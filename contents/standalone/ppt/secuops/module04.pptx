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Module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Suricata IDS — 아키텍처 / 운영 / 룰 작성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FD8DC"/>
                </a:solidFill>
              </a:defRPr>
            </a:pPr>
            <a:r>
              <a:t>Suricata IDS — 데몬 + 설정 + 룰 작성 + eve.json 깊이 분석 + R/B/P + 트러블슈팅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A4AE"/>
                </a:solidFill>
              </a:defRPr>
            </a:pPr>
            <a:r>
              <a:t>보안솔루션운영 (secops) · 6v6 학습 환경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Suricata 의 4 핵심 모듈 (capture → decode → detect → output) 데이터 흐름을 화이트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af-packet + `cluster-id 99` + `cluster_flow` + `--runmode autofp` 4 설정 조합의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6v6-ips 의 두 NIC (eth0=pipe / eth1=dmz) 가 같은 transaction 을 어떻게 2 event 로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eve.json 의 8 event_type (alert / http / dns / tls / flow / fileinfo / stats / anomaly)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`suricata-update` workflow (source 등록 → fetch → 빌드 → reload) 와 ETOpen 65,898 룰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`suricatasc -c dump-counters` 의 `decoder.pkts` / `capture.kernel_drops` /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새 alert 룰 (sid 9004001 sqlmap UA) 작성 → `local.rules` 등록 → `reload-rules` →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트러블슈팅 — 룰이 매치 안 되는 4 패턴 (rule-files 미등록 / hostname 오타 /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R/B/P 시나리오 — Red 가 sqlmap UA 5회 burst → Blue 가 9004001 alert 10건 (양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보안솔루션운영 (secops) · Module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Module 04 — 이론 +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Suricata IDS — 아키텍처 / 운영 / 룰 작성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1. Suricata 란 — 한 줄 정의 + 운영 위치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1.1 IDS vs IPS — 두 모드의 운영 위치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1.2 동료 NSM 도구 비교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1.3 6v6 의 사용 위치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packet 이 fw → pipe → ips (Suricata) → dmz → web 로 forward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ips 의 두 NIC 가 양쪽 모두 promiscuous → 같은 packet 을 2번 sniff (양방향 confirm)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alert + http/tls/dns event 가 eve.json 의 JSON line 으로 적힘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W09 의 Wazuh agent 가 eve.json 을 ship → manager 에서 통합 분석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2. 4 핵심 모듈 — capture / decode / detect /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2.1 데이터 흐름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2.2 capture 모듈 — af-packet 의 내부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interface: eth0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interface: eth1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`cluster_flow` (default, 권장) : 5-tuple hash → 같은 flow 가 같은 thread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`cluster_cpu` : kernel 의 RX queue 가 같은 CPU → 같은 thread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`cluster_qm` : NIC RSS hash 신뢰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2.3 decode 모듈 — Ethernet → app-layer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2.4 detect 모듈 — multi-pattern matcher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2.5 output 모듈 — eve.json 의 8 event_type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3. 6v6-ips 의 실제 구성 — 실측 2026-05-12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3.1 컨테이너 + 두 NIC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3.2 데몬 시작 — `pgrep -a Suricata` 실측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`-i eth1 -i eth0` : 두 NIC 명시 (interface 순서대로)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`-c /etc/suricata/suricata.yaml` : config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`--runmode autofp` : auto flow-pinned (default)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`-l /var/log/suricata` : log dir (`eve.json`, `suricata.log`, `stats.log`)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3.3 룰셋 — 실측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3.4 rule-files 설정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local.rules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suricata.rules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4. af-packet + cluster + runmode — 성능적 의미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4.1 runmode 비교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4.2 cluster_flow 의 locality 효과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4.3 drop rate — 운영 목표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4.4 stats.log — 8초마다 자가 점검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5. eve.json 8 event_type 별 jq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5.1 event_type 분포 (실측 — 최근 500 event)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5.2 핵심 jq pattern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5.3 flow_id 의 운영 활용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6. suricata-update — ETOpen 룰셋 관리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6.1 4 단계 workflow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6.2 source 카테고리 (ETOpen 65,898 룰)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6.3 룰 disable / enable / modify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6.4 정기 갱신 자동화 — cron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7. 새 alert 룰 작성 — 5분 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7.1 룰 syntax 의 9 부분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7.2 변수 정의 (`vars:address-groups:`)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7.3 룰 추가 → reload → 트리거 → 검증 cycle (실측)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8. R/B/P — Red 가 sqlmap UA × 5 → Blue 가 10 alert → Purple 의 false-positive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8.1 시나리오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8.2 Red — sqlmap UA 5회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8.3 Blue — 9004001 카운트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5 미만 → 룰 reload 안 됨 or content 매치 실패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10 초과 → 다른 reload trigger 또는 retry traffic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정확히 5 → 한쪽 NIC capture 만 (af-packet 설정 검토)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8.4 Purple — false-positive 분석 + threshold 권장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`event_filter` — alert 기록량 제어. `type` 값은 `threshold` / `limit` / `both` 셋 중 하나. `rate_filter` 는 `type` 값이 아니다.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`rate_filter` — alert 대신 action 자체를 동적으로 바꾼다 (`new_action` + `timeout` 필요). 예: `rate_filter gen_id 1, sig_id 9004001, track by_src, count 5,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`event_filter` (threshold.config) : 운영자 외부 통제, 룰 수정 없이 변경 가능 — production 정석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10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실습 (Hands-on Lab)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Suricata 데몬 상태 + version + uptime + 두 NIC sniff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프로세스 + 시작 옵션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'pgrep -a Suricata'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version (suricatasc - Suricata 의 unix socket control)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 -c version'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uptime (초)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 -c uptime'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두 NIC sniff stats (interface 별)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 -c iface-list'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(verify 절차는 lab YAML 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SOC 의 "alert 가 안 보일 때 첫 명령". Suricata 가 죽으면 모든 IDS alert 사라진다.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운영 인수 시 30초 안에 데몬 + 두 NIC + runmode + version 확인 가능.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suricata.yaml 의 핵심 4 키 점검 (af-packet / rule-files / eve-log / HOME_NET)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af-packet 두 NIC + cluster-id + cluster-type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-A6 "^af-packet:" /etc/suricata/suricata.yaml | head -20'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default-rule-path + rule-files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-B1 -A5 "^rule-files:" /etc/suricata/suricata.yaml | head -10'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"^default-rule-path:" /etc/suricata/suricata.yaml'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eve-log enabled + types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-A10 "^outputs:" /etc/suricata/suricata.yaml | head -15'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HOME_NET / EXTERNAL_NET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-A2 "address-groups:" /etc/suricata/suricata.yaml | head -10'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syntax 검증 (변경 안 했으므로 OK 이어야 함)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 -T -c /etc/suricata/suricata.yaml 2&gt;&amp;1 | tail -3'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(verify 절차는 lab YAML 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운영 인수 시 2분 안에 정책 본체 점검. 변경 PR 검토 시 4 키 외 변경은 의심.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dump-counters 의 drop rate 0% 검증 + stats.log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핵심 counter (drop / pkts / bytes)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 -c dump-counters 2&gt;&amp;1 | python3 -c 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import json,sys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d=json.load(sys.stdin)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m=d.get(\"message\",{})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keys=[\"decoder.pkts\",\"decoder.bytes\",\"capture.kernel_packets\",\"capture.kernel_drops\",\"capture.kernel_ifdrops\",\"detect.alert\",\"flow.total\"]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k in keys: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v=m.get(k,0)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print(f\"{k:35} {v}\")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pkts=m.get(\"decoder.pkts\",1)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drops=m.get(\"capture.kernel_drops\",0)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print(f\"\\ndrop_rate = {100*drops/max(pkts,1):.4f} %\")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stats.log 의 8초 주기 self-check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tail -30 /var/log/suricata/stats.log 2&gt;/dev/null | tail -20'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memcap 사용량 (flow / stream)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 -c memcap-show 2&gt;&amp;1'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**명령 1 출력**: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```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decoder.pkts                        &lt;integer&gt;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decoder.bytes                       &lt;integer&gt;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capture.kernel_packets              &lt;integer&gt;  (= decoder.pkts ± drops)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capture.kernel_drops                0  ← 목표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capture.kernel_ifdrops              0  ← NIC 레벨 drop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detect.alert                        &lt;integer&gt;  (활성 alert 카운트)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flow.total                          &lt;integ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production 의 Suricata 운영자가 평소 점검하는 가장 중요한 메트릭. drop_rate &gt; 0.01%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= IDS gap = 일부 트래픽이 미검사 통과. 즉시 조사 + 튜닝 필요.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eve.json 8 event_type 별 jq pattern + flow_id 로 conn 통합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0. 새 HTTP 트래픽 발생 (분석 대상 확보)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i in 1 2 3;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ssh 6v6-attacker "curl -s -o /dev/null -A 'TestUA/$i' -H 'Host: juice.6v6.lab' http://10.20.30.1/w04_test_$i"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4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event_type 분포 (최근 200 event)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tail -200 /var/log/suricata/eve.json | jq -r .event_type | sort | uniq -c | sort -rn'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HTTP event 의 핵심 필드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"\"event_type\":\"http\"" /var/log/suricata/eve.json | tail -1 |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jq "{ts:.timestamp, url:.http.url, xff:.http.xff, status:.http.status, ua:.http.http_user_agent}"'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TLS event 의 JA3 fingerprint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"\"event_type\":\"tls\"" /var/log/suricata/eve.json | tail -1 |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jq "{sni:.tls.sni, ja3:.tls.ja3.hash, version:.tls.version}"'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flow event 의 양방향 bytes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"\"event_type\":\"flow\"" /var/log/suricata/eve.json | tail -1 |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jq "{src:.src_ip, dst:.dest_ip, to_srv:.flow.bytes_toserver, to_cli:.flow.bytes_toclient, state:.flow.state}"'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같은 flow_id 의 모든 event (한 conn 통합)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FLOW=$(ssh 6v6-ips 'sudo tail -100 /var/log/suricata/eve.json | jq -r "select(.event_type==\"http\") | .flow_id" | tail -1')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"FLOW_ID=$FLOW"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"sudo tail -500 /var/log/suricata/eve.json | jq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(verify 절차는 lab YAML 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SOC 분석가의 일상 작업. 한 alert 의 context 를 알려면 flow_id 로 같은 conn 의 다른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event 추적이 필수. `http.xff` 가 HAProxy 통과 traffic 의 실 client IP 식별 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새 alert 룰 작성 (sid 9004001 sqlmap UA) + reload + 트리거 +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룰 작성 (single-line, escape 주의)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bash -c "cat &gt; /etc/suricata/rules/local.rules &lt;&lt;EOF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alert http any any -&gt; any any (msg:\"6v6 sqlmap UA detected\"; http.user_agent; content:\"sqlmap\"; nocase; classtype:web-application-attack; priority:2; sid:9004001; rev:1;)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룰 추가 확인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cat /etc/suricata/rules/local.rules'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rule-files 등록 확인 (suricata.yaml 이미 local.rules 등록되어 있음)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"local.rules" /etc/suricata/suricata.yaml'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reload (downtime 0)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 -c reload-rules'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트리거 — sqlmap UA curl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-A "sqlmap/1.5" -H "Host: juice.6v6.lab" http://10.20.30.1/'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6. eve.json 의 alert event 검증 (5초 후)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5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9004001 /var/log/suricata/eve.json | tail -1 | jq .alert'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7. 트러블슈팅 — 룰 로드 카운트 (reload 가 성공했나)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"Loaded.*rules" /var/log/suricata/suricata.log | tail -3'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**명령 4 출력**: `{"message":"done","return":"OK"}`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**명령 6 출력** (예상):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```json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{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"action": "allowed",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"gid": 1,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"signature_id": 9004001,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"rev": 1,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"signature": "6v6 sqlmap UA detected",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"category": "Web Application Attack",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"severity": 2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}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```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- `action: "allowed"` — IDS 모드라 차단 안 함 (IPS 면 "blocked")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- `severity: 2` — priority:2 매핑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**명령 7 출력**: `Loaded N rul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운영의 표준 룰 작성 사이클. 새 IOC 또는 신규 위협 시그니처 발견 시 5분 안에 적용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가능. reload-rules 가 downtime 0 → 운영 중 적용 가능.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suricata-update workflow + ETOpen 카테고리 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현재 source 목록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suricata-update list-sources 2&gt;&amp;1 | head -10'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활성 source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suricata-update list-enabled-sources 2&gt;&amp;1 | head -10'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룰 카테고리 분포 (msg 의 ET XXX prefix)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-oE "ET [A-Z_]+" /var/lib/suricata/rules/suricata.rules | sort | uniq -c | sort -rn | head -10'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특정 sid disable 시뮬 + cleanup (실제 disable 안 함)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"disable 명령 (실제 실행 안 함):"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  sudo suricata-update disable-sid 2014773"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  sudo suricata-update"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  sudo suricatasc -c reload-rules"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룰셋 update (옵션 — 시간 오래 걸림)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"update 명령 (시간 소요 큼 — skip):"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  sudo suricata-update -q &amp;&amp; sudo suricatasc -c reload-rules"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**명령 1**: 등록 가능 source 목록 (et/open, etpro, oisf/trafficid, ...)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**명령 2**: 활성 source (보통 `et/open` 만)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**명령 3**: 카테고리 분포 예시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```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15000+ ET WEB_SPECIFIC_APPS    ← 가장 많음 (CMS-specific)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8000+ ET TROJAN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8000+ ET CNC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5000+ ET CURRENT_EVENTS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3000+ ET WEB_SERVER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3000+ ET SCAN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...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```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Suricata 룰 운영 표준. 일반 운영자는 매일 fetch + reload 자동화 cron (새벽 4시) 으로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신규 위협 IOC 적용. 일부 카테고리 (ET POLICY / ET HUNTING) 는 false-positive 많아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disable 흔함.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**R/B/P** sqlmap UA × 5 burst → 양 NIC alert count → threshold 권장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0. 룰 활성 검증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-c "sid:9004001" /etc/suricata/rules/local.rules 2&gt;/dev/null'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 이면 OK, 0 이면 STEP 5 재실행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baseline — 현재 9004001 카운트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BEFORE=$(ssh 6v6-ips 'sudo grep -c "9004001" /var/log/suricata/eve.json 2&gt;/dev/null')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"baseline 9004001 카운트: $BEFORE"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Red — sqlmap UA 5 burst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'for i in 1 2 3 4 5;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curl -s -o /dev/null -A "sqlmap/1.5" -H "Host: juice.6v6.lab" http://10.20.30.1/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6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Blue — 9004001 카운트 변화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AFTER=$(ssh 6v6-ips 'sudo grep -c "9004001" /var/log/suricata/eve.json 2&gt;/dev/null')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DELTA=$((AFTER - BEFORE))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"after: $AFTER  delta: $DELTA"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Purple — alert 의 context (in_iface 분포)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"in_iface 분포 (양 NIC 효과):"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"9004001" /var/log/suricata/eve.json | tail -10 | jq -r .in_iface | sort | uniq -c'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Purple — 한 burst 의 정보 (src + url + xff + ua)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"9004001" /var/log/suricata/eve.json | tail -1 |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jq "{ts:.timestamp, src:.src_ip, url:.http.url, xff:.http.xff, ua:.http.http_user_agent, severity:.alert.severity}"'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6. Purple — threshold 권장 (실제 적용 안 함, 시뮬만)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"권장 threshold (event_filter, 60초 안 5건만):"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/etc/suricata/threshold.config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event_fil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**DELTA**: 5 ~ 10 (양 NIC sniff 효과 — 1 burst 가 1~2 alert 생성)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**in_iface 분포**: `eth0` + `eth1` 모두 표시 (각각 5+ alert)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**명령 5 출력**: `{ts, src:"10.20.31.1", url:"/", xff:"10.20.30.202", ua:"sqlmap/1.5", severity:2}`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- src = fw IP (HAProxy termination), xff = attacker (실 IP)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Purple Team 표준 cycle — 룰 작성 후 운영 효과 측정. delta 가 5 미만 = sniff 누락 또는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reload 안 됨. delta 10 초과 = retry traffic 또는 양 NIC 외 추가 sniff.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트러블슈팅 시뮬 (lecture §9.1 rule-files 미등록)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wrong 경로로 룰 작성 (rule-files 에 등록 안 된 경로)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bash -c "cat &gt; /tmp/wrong_path.rules &lt;&lt;EOF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alert http any any -&gt; any any (msg:\"6v6 wrong path test\"; http.user_agent; content:\"WrongPathTest\"; nocase; sid:9004099; rev:1;)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reload (wrong 경로라 적용 안 됨)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 -c reload-rules'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트리거 (alert 안 발생할 것)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-A "WrongPathTest/1.0" -H "Host: juice.6v6.lab" http://10.20.30.1/'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4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결과 — alert 없음 (예상)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"9004099 alert 카운트 (0 이 예상):"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-c "9004099" /var/log/suricata/eve.json 2&gt;/dev/null'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진단 — suricata.log 의 룰 로드 라인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tail -20 /var/log/suricata/suricata.log | grep -E "rule|Loaded|ERROR|WARN" | tail -5'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"9004099" /var/log/suricata/suricata.log | tail -3'    # 비어 있을 것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6. 복구 — 올바른 경로에 추가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cp /tmp/wrong_path.rules /etc/suricata/rules/local.rules'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 -c reload-rules'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7. 재 트리거 + 검증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-A "WrongPathTest/1.0" -H "Host: juice.6v6.lab" http://10.20.30.1/'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4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"9004099 alert 카운트 (1+ 가 정상):"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-c "9004099" /var/log/s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**명령 4** (잘못된 경로): `0` (alert 없음 — 룰 로드 안 됨)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**명령 5**: suricata.log 에 9004099 흔적 없음 (룰 자체 로드 안 됨)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**명령 6**: 올바른 경로로 cp + reload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**명령 7**: `1+` alert 발생 (복구 검증)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운영 중 가장 흔한 실수. wrong 경로 / rule-files 미등록 / 권한 오류 → 룰 silent fail.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진단 첫 명령은 항상 `suricata.log` 의 `Loaded ... rules` 카운트 + ERROR/WARN 라인.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Wazuh agent ship 검증 (W09 예고)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ips 의 Wazuh agent 상태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/var/ossec/bin/agent_control -i 2&gt;&amp;1 | head -10'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/var/ossec/bin/wazuh-control status 2&gt;&amp;1 | head -5'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agent.conf 의 eve.json 모니터링 설정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cat /var/ossec/etc/ossec.conf | grep -A3 "suricata" | head -15'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agent 의 logcollector 상태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cat /var/ossec/logs/ossec.log | grep -iE "suricata|eve" | tail -3'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manager 에서 ips agent 의 활성 통계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/var/ossec/bin/agent_control -lc 2&gt;&amp;1 | grep -i ips | head -3'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manager 에서 최근 alert (Suricata 출처)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tail -100 /var/ossec/logs/alerts/alerts.log 2&gt;/dev/null | grep -i "suricata\|Suricata" | tail -5'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**명령 1**: agent 가 Active 상태 + 11+ daemon running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**명령 2**: ossec.conf 에 `&lt;location&gt;/var/log/suricata/eve.json&lt;/location&gt;` 라인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**명령 3**: agent 가 eve.json 모니터링 시작 메시지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**명령 4**: manager 에서 ips agent 가 Active 표시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**명령 5**: alerts.log 에 Suricata 출처 alert (있다면)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eve.json 이 ips 의 로컬 파일만 남으면 운영 가시성 부족. Wazuh agent → manager →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dashboard 로 통합되어야 SOC 의 단일 콘솔에서 모든 alert 분석 가능. W09 의 본격 통합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전 ship 동작 사전 점검.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W04 종합 보고서 (9 step + R/B/P + 트러블슈팅 + 운영 권장)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- 6 섹션 모두 작성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- 9 step 결과 표 완성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R/B/P 측정값 정확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운영 권장 5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W05 준비도 + 본인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Suricata 운영 audit 표준. git PR 첨부 + 분기 검토.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본 module 종료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C107"/>
                </a:solidFill>
              </a:defRPr>
            </a:pPr>
            <a:r>
              <a:t>다음 module → Module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