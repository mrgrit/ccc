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C107"/>
                </a:solidFill>
              </a:defRPr>
            </a:pPr>
            <a:r>
              <a:t>Module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Wazuh manager 도입 — 11 daemon + 3 agent + 룰·디코더 + 통합 ingest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FD8DC"/>
                </a:solidFill>
              </a:defRPr>
            </a:pPr>
            <a:r>
              <a:t>Wazuh manager 도입 — 11 daemon + 3 agent + 룰·디코더 + alerts.json 통합 R/B/P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A4AE"/>
                </a:solidFill>
              </a:defRPr>
            </a:pPr>
            <a:r>
              <a:t>보안솔루션운영 (secops) · 6v6 학습 환경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SIEM 의 자리 (W01 의 Defense in Depth L4 의 Host visibility 보완) + Wazuh 의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Wazuh 4.10 의 3-tier 아키텍처 (manager + indexer + dashboard) + 6v6 의 3 컨테이너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16 default daemon 중 6v6 에서 11 running + 5 optional 미운영 의 의미 +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 agent (web 005 / ips 006 / fw 007) + bastion agent 미등록 의 운영 함의 +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decoder + 룰 — `/var/ossec/etc/decoders/` + `/var/ossec/etc/rules/` 의 구조.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alerts.json + alerts.log 의 정확한 구조 — `rule` + `agent` + `manager` +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rule level 0-15 의 우선순위 + 운영 의미. level 7+ = critical, level 5+ = important.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agent.conf + `&lt;localfile&gt;` 로 새 log source ingest (W10 에서 본격 통합 — osquery /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R/B/P 시나리오 — Red 가 web 에 XSS 공격 → Blue 가 ips → manager 의 alerts.json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보안솔루션운영 (secops) · Module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Module 09 — 이론 +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Wazuh manager 도입 — 11 daemon + 3 agent + 룰·디코더 + 통합 ingest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1. SIEM 의 자리 + Wazuh 정체성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1.1 Defense in Depth 의 L4 보완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1.2 Wazuh 의 정체성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OSSEC fork: 2015 년 OSSEC 의 fork 로 출발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Open source: GPLv2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all-in-one: 단일 platform 으로 SIEM + XDR + EDR + SCA + FIM + Active Response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vs Splunk / Elastic / Sumo Logic: 상용 대안. 비용 0 + 자체 hosted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1.3 6v6 의 Wazuh 사용 위치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2. Wazuh 4.10 의 3-tier 아키텍처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2.1 3 컨테이너 (6v6)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2.2 데이터 흐름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2.3 listen 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3. 16 default daemon — 6v6 의 11 running + 5 optional 미운영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3.1 실측 (2026-05-12)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3.2 미운영 daemon 의 운영 함의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clusterd: 단일 manager → 고가용성 부족 (운영 환경은 2+ manager cluster 권장)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maild: 이메일 alert 없음 → alert 통보는 dashboard 수동 점검 또는 별 도구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integratord: Slack / Virustotal / PagerDuty 통합 없음 → SOAR 통합 시 별 PR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csyslogd: external syslog server forward 없음 → 다른 SIEM (Splunk 등) 와 연결 불가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3.3 daemon 별 역할 + 운영 명령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4. 3 agent 등록 + bastion 누락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4.1 6v6 의 agent 실측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4.2 agent 등록 절차 (bastion 보완 예시)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4.3 agent.conf 의 source 정의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5. decoder + 룰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5.1 디렉토리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5.2 Suricata decoder 매핑 (실측)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5.3 alerts.json 의 정확한 구조 (실측 2026-05-12)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`rule.level: 3` — informational (level 0-15)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`rule.id: 86601` — Wazuh 의 Suricata decoder 룰 ID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`rule.groups: ["ids", "suricata"]` — 카테고리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`agent.id: 006` — ips agent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`agent.ip: 10.20.32.1` — ips 의 dmz NIC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`data` — decoded fields (원본 eve.json 에서 추출)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9. 운영 트러블슈팅 4 패턴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9.1 agent disconnected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9.2 alerts.json 폭증 — alert flood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threshold (Suricata 측)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Wazuh 의 rule level 조정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frequency 룰 사용 (X 회 이상 누적 시 통합 alert)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9.3 새 decoder 안 작동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9.4 manager 데몬 crash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11. 사례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11.1 ISMS-P 매핑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11.2 NIST CSF — DE.AE (Anomalies and Events)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11.3 운영 사고 3 사례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12. 실습 시나리오 (4 축)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1 — manager 데몬 상태 + 3 agent 검증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2 — alerts.json 의 최근 alert 구조 분석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3 — decoder + rule 구조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4 — Suricata decoder 매핑 검증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5 — bastion agent 등록 (보완) 또는 시뮬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6 — agent.conf 점검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7 — R/B/P — XSS 5 burst → alerts.json ingest 추적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10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실습 (Hands-on Lab)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manager 11 daemon + version + 3 agent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/var/ossec/bin/wazuh-control status 2&gt;&amp;1 | head -20'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/var/ossec/bin/wazuh-control info | head -5'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/var/ossec/bin/agent_control -lc'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ss -tlnp 2&gt;&amp;1 | grep -E "1514|1515|55000"'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(verify 절차는 lab YAML 참조)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운영 인수 30초 점검. SIEM 의 핵심 — daemon + agent + port 모두 활성이어야.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alerts.json 의 4 sub-section + 정확한 JSON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alerts.json keys (4 sub-section)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tail -1 /var/ossec/logs/alerts/alerts.json | jq "keys"'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rule sub-section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tail -1 /var/ossec/logs/alerts/alerts.json | jq ".rule"'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agent sub-section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tail -1 /var/ossec/logs/alerts/alerts.json | jq ".agent"'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data sub-section (decoded fields)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tail -1 /var/ossec/logs/alerts/alerts.json | jq ".data" | head -20'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5. 최근 10 alert 의 rule.id 분포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tail -50 /var/ossec/logs/alerts/alerts.json 2&gt;/dev/null | jq -r ".rule.id" | sort | uniq -c | sort -rn | head -10'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6. 최근 10 alert 의 level 분포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tail -50 /var/ossec/logs/alerts/alerts.json 2&gt;/dev/null | jq -r ".rule.level" | sort | uniq -c'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(verify 절차는 lab YAML 참조)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alerts.json 이 SIEM 의 source of truth. 운영자가 매 cycle 첫 점검.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decoder + rule 디렉토리 + Suricata decoder 매핑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decoder 파일 수 + 카테고리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ls /var/ossec/etc/decoders/ | wc -l'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ls /var/ossec/etc/decoders/ | head -20'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rule 파일 수 + 카테고리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ls /var/ossec/etc/rules/ | wc -l'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ls /var/ossec/etc/rules/ | head -20'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Suricata decoder 확인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head -30 /var/ossec/etc/decoders/0200-suricata_decoders.xml 2&gt;&amp;1'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Suricata rule 확인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head -30 /var/ossec/etc/rules/0235-suricata_rules.xml 2&gt;&amp;1'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5. 룰 86601 정확한 정의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grep -B2 -A5 "id=\"86601\"" /var/ossec/etc/rules/0235-suricata_rules.xml 2&gt;&amp;1 | head -15'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6. local_rules.xml + local_decoder.xml (사용자 정의 자리)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ls -la /var/ossec/etc/rules/local_rules.xml /var/ossec/etc/decoders/local_decoder.xml 2&gt;&amp;1'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decoder: 100+ 파일 (apache / sshd / suricata / osquery / etc)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rule: 100+ 파일 (apache / sshd / suricata / osquery / web / system / etc)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- 0200-suricata_decoders.xml — Suricata eve.json 매핑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- 0235-suricata_rules.xml — rule id 86600-86699 범위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rule 86601 = "Suricata: Alert" — Suricata 의 alert event 매칭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local_rules.xml / local_decoder.xml — 사용자 정의 위치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decoder + rule 의 구조 인지. 새 source ingest 시 어디에 추가하는지 (보통 local_rules.xml).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wazuh-logtest 로 decoder 매핑 디버그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최근 Suricata alert event 1 라인 추출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RECENT_EVE=$(ssh 6v6-ips 'sudo grep "\"event_type\":\"alert\"" /var/log/suricata/eve.json | tail -1')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"최근 Suricata alert event:"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"$RECENT_EVE" | head -c 200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wazuh-logtest 로 디코딩 시뮬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wazuh-logtest --quiet 사용 (단발 검증)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"echo '$RECENT_EVE' | sudo /var/ossec/bin/wazuh-logtest --quiet 2&gt;&amp;1 | head -30" 2&gt;&amp;1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wazuh-logtest 의 표준 인터랙티브 모드 — 정보 출력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wazuh-logtest 도움말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/var/ossec/bin/wazuh-logtest --help 2&gt;&amp;1 | head -10'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최근 Suricata alert event 가 eve.json 에서 추출됨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wazuh-logtest 의 출력: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- **decoder**: `suricata` matched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- **rule**: `86601` matched (또는 다른 86xxx)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- **level**: 3 (예상)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wazuh-logtest 의 옵션 출력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새 source 의 decoder 매핑 디버그 시 표준 도구. log line 입력 → decoder 매핑 →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rule 매핑 단계 가시화.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agent.conf 점검 + ossec.conf 의 localfile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manager 측 agent.conf (default group)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cat /var/ossec/etc/shared/default/agent.conf 2&gt;&amp;1 | head -40'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ips agent 의 ossec.conf 의 localfile (eve.json 모니터링)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-B1 -A3 "&lt;localfile&gt;" /var/ossec/etc/ossec.conf 2&gt;&amp;1 | head -30'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web agent 의 ossec.conf 의 localfile (modsec_audit.log 모니터링)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grep -B1 -A3 "&lt;localfile&gt;" /var/ossec/etc/ossec.conf 2&gt;&amp;1 | head -30'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fw agent 의 ossec.conf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grep -B1 -A3 "&lt;localfile&gt;" /var/ossec/etc/ossec.conf 2&gt;&amp;1 | head -20'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5. agent 의 logcollector 동작 확인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cat /var/ossec/logs/ossec.log | grep -iE "monitoring|reading" | tail -5'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default agent.conf: 공통 source (보통 기본 시스템 log)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ips: eve.json 모니터링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web: modsec_audit.log 모니터링 (W06 에서 점검 — 미설정일 수도)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fw: haproxy 또는 nftables log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logcollector 가 정상 source 읽고 있음 (ossec.log)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각 agent 의 source 정의 + manager 가 배포하는 default group 의 공통 설정 분석.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Suricata alert ingest 흐름 추적 (eve.json → alerts.json)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Suricata 룰 활성 (sqlmap UA)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bash -c "cat &gt; /etc/suricata/rules/local.rules &lt;&lt;EOF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alert http any any -&gt; any any (msg:\"W09 sqlmap UA ingest test\"; http.user_agent; content:\"sqlmap\"; nocase; classtype:web-application-attack; priority:2; sid:9009001; rev:1;)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suricatasc -c reload-rules'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baseline — alerts.json 의 라인 수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BEFORE=$(ssh 6v6-siem 'sudo wc -l /var/ossec/logs/alerts/alerts.json | awk "{print \$1}"')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"baseline alerts.json lines: $BEFORE"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attacker 가 sqlmap UA 트리거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-A "sqlmap/1.5" -H "Host: juice.6v6.lab" http://10.20.30.1/'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6   # Wazuh agent ship + manager analysisd 시간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after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AFTER=$(ssh 6v6-siem 'sudo wc -l /var/ossec/logs/alerts/alerts.json | awk "{print \$1}"')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"after: $AFTER  delta: $((AFTER - BEFORE))"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5. 최근 alert 중 9009001 sid 확인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최근 W09 alert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tail -20 /var/ossec/logs/alerts/alerts.json | jq "select(.data.alert.sid==9009001) | {ts:.timestamp, rule_id:.rule.id, level:.rule.level, desc:.rule.description, agent:.agent.name, sid:.data.alert.sid}"' 2&gt;&amp;1 | head -20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Cleanup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rm -f /etc/suricata/rul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baseline → after delta: 1+ (양 NIC sniff 일 수도 있어 2+ 가능)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W09 alert 의: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- `rule.id`: 86601 또는 비슷 (Suricata decoder 의 generic alert rule)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- `rule.level`: 3 (informational)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- `rule.description`: "Suricata: Alert - W09 sqlmap UA ingest test"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- `agent.name`: ips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- `data.alert.sid`: 9009001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end-to-end ingest 흐름 검증. Suricata 의 새 alert 가 SIEM 으로 통합되는 시간 +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decoder/rule 매핑 + alert structure.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**R/B/P** XSS 5 burst → 4-tier ingest (web modsec + ips eve.json → alerts.json)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baseline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BEFORE=$(ssh 6v6-siem 'sudo wc -l /var/ossec/logs/alerts/alerts.json | awk "{print \$1}"')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"baseline: $BEFORE"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Red — 5 XSS burst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Red 5 XSS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i in 1 2 3 4 5; do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code=$(ssh 6v6-attacker "curl -s -o /dev/null -w '%{http_code}' -H 'Host: juice.6v6.lab' 'http://10.20.30.1/?q=&lt;script&gt;alert($i)&lt;/script&gt;'")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echo "  burst $i → $code"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done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8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Blue — alerts.json delta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AFTER=$(ssh 6v6-siem 'sudo wc -l /var/ossec/logs/alerts/alerts.json | awk "{print \$1}"')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DELTA=$((AFTER - BEFORE))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"Blue: delta = $DELTA (예상 5 ~ 15 — Suricata 양 NIC + ModSec audit)"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Blue — 최근 alert 의 rule.id 분포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rule.id 분포 (delta 만)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"sudo tail -$DELTA /var/ossec/logs/alerts/alerts.json 2&gt;/dev/null | jq -r '.rule.id' | sort | uniq -c | sort -rn | head -10"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5. Blue — agent.name 분포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agent 분포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"sudo tail -$DELTA /var/ossec/logs/alerts/alerts.json 2&gt;/dev/null | jq -r '.agent.name' | sort | uniq -c"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6. Blue — level 분포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level 분포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"sudo tail -$DELTA /var/ossec/logs/alerts/alerts.json 2&gt;/dev/null | jq -r '.rule.level' | sort | uniq -c"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7. Purple — 권장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Purple 권장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delta 5+ (Suricata 양 NIC × 5 = 10 + ModSec audit 5 = 15 가능)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rule.id 분포 — 86xxx (Suricata) + 다른 (ModSec)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agent 분포 — ips 다수 + web (ModSec audit 가 활성이면)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level 분포 — 대부분 3 (informational)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Purple 권장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multi-source SIEM 통합의 표준 cycle. 동일 공격이 Suricata + ModSec 두 source 모두 매치 →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manager 가 통합 → 상관 분석. W10 의 dashboard 가 본격적인 통합 visualization.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bastion agent 등록 계획 (시뮬)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bastion 의 Wazuh agent 패키지 설치 여부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6v6-bastion 'sudo dpkg -l | grep wazuh 2&gt;&amp;1 | head -3'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6v6-bastion 'sudo ls /var/ossec 2&gt;&amp;1 | head -5'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manager 측 agent_control 의 등록 가능 ID 범위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/var/ossec/bin/agent_control -lc | tail -5'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등록 절차 시뮬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bastion agent 등록 절차 (시뮬, 실 적용 X)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bastion 측 — Wazuh agent 패키지 설치 (필요 시)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sudo dpkg -i wazuh-agent_4.10.0-1_amd64.deb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ossec.conf 의 manager IP 설정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sudo sed -i 's|&lt;address&gt;localhost&lt;/address&gt;|&lt;address&gt;10.20.32.100&lt;/address&gt;|' /var/ossec/etc/ossec.conf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자동 enrollment (authd 가 manager 측에서 실행 중)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sudo /var/ossec/bin/agent-auth -m 10.20.32.100 -A bastion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시작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sudo /var/ossec/bin/wazuh-control start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5. manager 측 확인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/var/ossec/bin/agent_control -lc | grep bastion'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보안 고려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보안 고려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- authd 의 pre-shared key 사용 (random key)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- manager 의 1515 port 는 enrollment 후 닫기 (필요 시만 open)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- agent 의 ossec.conf 의 manager IP 는 hard-code (DNS 의존 회피)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- 등록 후 agent 가 manager 와 1514 만으로 통신 (encrypted)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bastion 의 wazuh-agent 패키지 설치 여부 (현재는 미설치 또는 설치만 + 미등록)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등록 절차 5 단계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보안 고려 4 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운영 환경의 모든 호스트에 agent 등록 → 통합 가시성. bastion 의 SSH login event /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sudo audit 가 manager 로 ship → 권한 상승 alert 가능.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트러블슈팅 (agent disconnected + alert flood + 새 decoder)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패턴 1 — agent 연결 상태 점검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패턴 1: agent 연결 상태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/var/ossec/bin/agent_control -lc'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/var/ossec/bin/agent_control -i 005 2&gt;&amp;1 | head -10'  # web agent info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패턴 2 — alert flood 식별 (rule.id top + level 분포)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패턴 2: alert flood 식별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wc -l /var/ossec/logs/alerts/alerts.json'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tail -500 /var/ossec/logs/alerts/alerts.json 2&gt;/dev/null | jq -r ".rule.id" | sort | uniq -c | sort -rn | head -5'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패턴 3 — manager log 점검 (crash / restart 등)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패턴 3: manager log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tail -20 /var/ossec/logs/ossec.log | grep -iE "ERROR|WARN|critical" | tail -5'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패턴 4 — wazuh-logtest 디버그 (Step 4 의 핵심 도구 재확인)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패턴 4: 새 decoder 디버그 (cheat sheet)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증상: 새 source 의 alert 안 보임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1. agent 의 logcollector 가 source 읽는지 — /var/ossec/logs/ossec.log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2. wazuh-logtest 로 log line 디버그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3. local_decoder.xml 작성 (필요 시)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4. local_rules.xml 작성 (rule_level 부여)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5. wazuh-control restart + alerts.json 재확인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- 4 agent 모두 Active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alerts.json 의 rule.id top 5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manager ossec.log 의 ERROR/WARN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새 decoder 디버그 cheat sheet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운영 중 가장 자주 발생하는 트러블 4 패턴. 진단 명령 30초 cheat sheet.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W09 종합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- 5 섹션 + 9 step 표 + R/B/P + 운영 권장 5 + W10 준비도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SIEM 도입 + 운영 audit 표준. 매 분기 검토 + git PR.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본 module 종료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C107"/>
                </a:solidFill>
              </a:defRPr>
            </a:pPr>
            <a:r>
              <a:t>다음 module → Module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