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Apache + ModSecurity v2 + OWASP CRS (WAF)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Apache + ModSecurity v2 + OWASP CRS 3.3.2 — 설정 / audit / 5 공격 차단 / R/B/P / exception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WAF 의 자리 (L3/L4 방화벽 / IDS / WAF 의 3 계층) 와 ModSec 의 inline + 차단 가능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ModSec v2 vs v3 + Apache vs Nginx + libmodsecurity connector 의 차이를 설명한다.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`SecRuleEngine` 3 모드 (On / DetectionOnly / Off) + 5 phase 처리 (request headers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OWASP CRS 의 30+ 룰 파일을 번호 prefix 별 (REQUEST-9xx / RESPONSE-9xx) 로 분류하고,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941xxx (XSS) / 942xxx (SQLi) / 949xxx (anomaly evaluation) / 980xxx (correlation)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anomaly scoring 의 수학을 설명한다. CRITICAL=5 / ERROR=4 / WARNING=3 / NOTICE=2 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실측 — XSS payload `&lt;script&gt;alert(1)&lt;/script&gt;` 가 941100 + 941110 + 941160 의 3개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modsec_audit.log JSON 의 정확한 구조 (`transaction`, `request`, `response`,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`SecRuleRemoveById` / `SecRuleUpdateTargetById` / `&lt;LocationMatch&gt;` 3 패턴으로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R/B/P 시나리오 — Red 가 XSS + SQLi + LFI 5 페이로드 → Blue 가 audit log 의 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06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Apache + ModSecurity v2 + OWASP CRS (WAF)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ModSec v2 vs v3 — 운영 선택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Apache 환경 + legacy → v2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Nginx 환경 + 신규 → v3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AWS WAF / Cloudflare 등 SaaS WAF → CRS 4 가 표준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SecRuleEngine 3 모드 + 5 phase 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SecRuleEngine 3 모드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5 phase 처리 단계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phase 1 : request 도착 시 header 분석 (예: User-Agent, Host, Cookie)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phase 2 : request body 분석 (POST body, JSON, file upload)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phase 3 : backend 응답의 header 분석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phase 4 : 응답 body 분석 (data leakage)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phase 5 : audit log 작성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SecDefaultAction — phase 별 기본 동작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OWASP CRS 3.3.2 — 30+ 룰 파일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파일 명명 + 번호 prefix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9xx : 핵심 카테고리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94x : application attack (XSS=941, SQLi=942, java=944)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95x : response (data leakage)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949 / 959 / 980 : evaluation / correlation (block decision 의 마지막 단계)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paranoia level — 검사 강도 4 단계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anomaly score 수학 — 누적 → block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`tx.inbound_anomaly_score_threshold = 5` (default)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`tx.outbound_anomaly_score_threshold = 4`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4.4 실측 — XSS payload 의 score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6v6-web 의 실제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디렉토리 트리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modsecurity.conf 핵심 설정 (실측 2026-05-12)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`SecRuleEngine On` — 차단 활성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`SecRequestBodyAccess On` — POST body 검사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`SecResponseBodyAccess On` — 응답 body 검사 (data leakage 탐지)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`SecAuditLogRelevantStatus` — 5xx + 4xx (404 제외) 만 audit (정상 200 은 audit skip)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`SecAuditLogFormat JSON` — Wazuh decoder 친화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`SecAuditLogType Serial` — 한 파일에 모든 transaction (Concurrent 면 transaction 별 파일)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`SecAuditLogParts ABCFHZ`: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 : audit log header (transaction_id, timestamp)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remote_address 와 X-Forwarded-For — 실 client IP 추적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실측 — 6v6 의 remote_address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`remote_address: 10.20.32.1` — ModSec 가 본 직접 source. 하지만 이게 ips 의 dmz NIC IP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`x-forwarded-for: 10.20.30.202` — HAProxy 가 추가한 헤더 = 실 client IP (attacker)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운영 — X-Forwarded-For 신뢰 기반 ModSec 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false-positive exception — 좁은 범위 작성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SecRuleRemoveById — 룰 전체 비활성 (광범위)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SecRuleUpdateTargetById — 특정 param 만 예외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7.3 LocationMatch — 특정 vhost / URL 만 예외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7.4 운영 원칙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8. ModSec audit log → Wazuh agent — W10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agent.conf 의 `&lt;localfile&gt;` 로 modsec_audit.log polling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manager 의 decoder (audit_data.messages 의 ModSec format 파싱)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알람 우선순위 — anomaly_score 기반 (5+ critical)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dashboard 의 ModSec panel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트러블슈팅 — ModSec 운영의 4 흔한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9.1 패턴 1 — 정상 traffic 도 403 (false-positive)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9.2 패턴 2 — audit log 가 비어 있음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`SecAuditLogRelevantStatus "^(?:5|4(?!04))"` 가 5xx/4xx 만 audit → 정상 200 traffic 은 audit skip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`SecAuditEngine RelevantOnly` 가 룰 매치 + relevant status 만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9.3 패턴 3 — POST body 검사 안 됨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9.4 패턴 4 — paranoia 변경 적용 안 됨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crs-setup.conf 가 다른 경로 (예: `/etc/modsecurity/crs/`)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`Include` directive 의 순서 오류 — paranoia 변경이 룰 로드 전에 와야 함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vhost 단위 SecAction 으로 override 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10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modsecurity.conf 6 핵심 키 + CRS 3.3.2 + 11 vhost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apache2ctl -M 2&gt;&amp;1 | grep -i security'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dpkg -l | grep -E "modsec|crs"'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grep -E "^SecRuleEngine|^SecRequestBodyAccess|^SecResponseBodyAccess|^SecAuditLog|^SecAuditLogFormat|^SecAuditLogParts|^SecAuditLogType" /etc/modsecurity/modsecurity.conf'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ls /usr/share/modsecurity-crs/rules/ | wc -l'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wc -l /usr/share/modsecurity-crs/rules/REQUEST-941-APPLICATION-ATTACK-XSS.conf'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ls /etc/apache2/sites-enabled/'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ls -la /var/log/apache2/modsec_audit.log'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인수 30초 안에 정책 본체 + audit format + vhost 11개 확인. production WAF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minimum bar.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audit log 정확한 JSON 구조 + messages[] embedded metadata 파싱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"keys"'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".transaction"'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"{line:.request.request_line, host:.request.headers.host, xff:.request.headers.\"x-forwarded-for\"}"'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"{status:.response.status}"'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"{msgs:(.audit_data.messages | length), errs:(.audit_data.error_messages | length)}"'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⚠️ messages 의 정확한 형식 — jq + regex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"\[id \"[0-9]+\"\]"'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"\[id \"[0-9]+\"\]" | sort -u'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**keys**: `["audit_data", "request", "response", "transaction"]` 4 sub-section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**transaction**: `remote_address: 10.20.32.1` (ips MASQ) / `local_address: 10.20.32.80` (web)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**request**: `host: juice.6v6.lab`, `xff: 10.20.30.202` (attacker)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**response**: status 200 또는 403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**audit_data**: messages count / error_messages count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**매치 룰**: `[id "941100"]` `[id "941110"]` ... (embedded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audit log 분석 자동화 시 messages[] 의 정확한 형식 인지 필수. 많은 운영자가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`.messages[].id` 로 parse 시도 → silent fail.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XSS 공격 + 941xxx 매치 + anomaly score 15 가시화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"응답: %{http_code}\n" -H "Host: juice.6v6.lab" "http://10.20.30.1/?q=&lt;script&gt;alert(1)&lt;/script&gt;"'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"\[id \"[0-9]+\"\]" | sort -u'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"Total Score: [0-9]+"'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"SQLI=[0-9]+,XSS=[0-9]+,RFI=[0-9]+,LFI=[0-9]+,RCE=[0-9]+,PHPI=[0-9]+"'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"paranoia-level/[0-9]+" | head -1'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anomaly scoring 누적 수학 실증. 1 payload → 여러 룰 매치 → score 누적 → block.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운영 IR 시 980130 summary 가 한 줄 요약 → 5분 → 30초.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SQLi + 942xxx + libinjection fingerprint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"curl -s -o /dev/null -w '응답: %{http_code}\n' -H 'Host: juice.6v6.lab' \"http://10.20.30.1/?q=1' OR '1'='1\""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"\[id \"94[0-9]+\"\]" | sort -u'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"Total Score: [0-9]+|SQLI=[0-9]+"'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"fingerprint .[a-zA-Z0-9_\\&amp;]+." | head -1'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encoding bypass 시뮬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"curl -s -o /dev/null -w '응답: %{http_code}\n' -H 'Host: juice.6v6.lab' \"http://10.20.30.1/?q=1%27%20UNION%20SELECT\""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"\[id \"94[0-9]+\"\]" | sort -u'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**응답: 403** (block)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**942xxx 매치**: `[id "942100"]` (libinjection) + `[id "942130"]`/`[id "942140"]`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**anomaly score**: 5+ (libinjection critical → score 5)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**fingerprint**: `'1&amp;1'` 또는 비슷 (libinjection 표현)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**encoding bypass**: 동일 942xxx 매치 (CRS normalize 효과)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libinjection 의 SQL fingerprint 는 정규식 기반보다 정확. encoding bypass 도 CRS 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normalize 후 매치 → paranoia 1 에서도 효과.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LFI / RCE / PHP 3 공격 추가 + 카테고리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LFI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"응답: %{http_code}\n" -H "Host: juice.6v6.lab" "http://10.20.30.1/?q=../../etc/passwd"'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"\[id \"93[0-9]+\"\]" | sort -u'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RCE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"응답: %{http_code}\n" -H "Host: juice.6v6.lab" "http://10.20.30.1/?q=;cat%20/etc/passwd"'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"\[id \"932[0-9]+\"\]" | sort -u'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PHP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"응답: %{http_code}\n" -H "Host: juice.6v6.lab" "http://10.20.30.1/?q=%3C%3Fphp%20system(%27id%27)%3B%20%3F%3E"'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"\[id \"933[0-9]+\"\]" | sort -u'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카테고리 분포 (최근 50 transaction)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-50 /var/log/apache2/modsec_audit.log | jq -r ".audit_data.messages[]" 2&gt;/dev/null | grep -oE "\[id \"[0-9]+\"\]" | sort | uniq -c | sort -rn | head -10'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**LFI 응답: 403** + `[id "930100"]`/`[id "930110"]`/`[id "930120"]` (path traversal)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**RCE 응답: 403** + `[id "932100"]`/`[id "932160"]` (unix command)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**PHP 응답: 403** + `[id "933100"]`/`[id "933170"]` (PHP tag injection)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**카테고리 분포 top 10**: 941+942+930+932+933 + 949+980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OWASP Top 10 A03 (Injection) 5 sub-type 모두 cover. 5/5 차단 = production WAF 표준.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X-Forwarded-For 신뢰 vs remote_address (reverse proxy)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-H "Host: juice.6v6.lab" "http://10.20.30.1/?q=&lt;script&gt;alert(1)&lt;/script&gt;"'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"{remote:.transaction.remote_address, xff:.request.headers.\"x-forwarded-for\"}"'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".audit_data.error_messages[0]" | grep -oE "client [0-9.]+"'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권장 — XFF 기반 ModSec 룰 (시뮬)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SecRule REQUEST_HEADERS:X-Forwarded-For "@ipMatch 10.20.30.202"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"id:9006001,phase:1,nolog,deny,status:403,msg:'attacker IP block (XFF)'"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또는 mod_remoteip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RemoteIPHeader X-Forwarded-For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RemoteIPInternalProxy 10.20.31.0/24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`{remote: "10.20.32.1", xff: "10.20.30.202"}` — 명확히 다름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error_messages 의 `client 10.20.32.1` — Apache 가 본 직접 source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권장 — XFF 기반 룰 또는 mod_remoteip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reverse proxy 환경에서 IP 기반 ModSec 룰을 작성하려면 XFF 신뢰 필수. 단순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REMOTE_ADDR 사용 시 모든 traffic 이 HAProxy IP 로 보임 → IP 룰 무력.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paranoia 1 vs 2 시뮬 + 룰 카운트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-r ".audit_data.messages[]" | grep -oE "paranoia-level/[0-9]+" | head -1'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paranoia 2 룰 카운트 (각 카테고리)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paranoia-level/2 룰 카운트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'for f in REQUEST-941* REQUEST-942* REQUEST-930* REQUEST-932* REQUEST-933*;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cnt=$(sudo grep -c "paranoia-level/2" /usr/share/modsecurity-crs/rules/$f 2&gt;/dev/null || echo 0)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  $f: $cnt 룰"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paranoia 2 적용 패턴 (시뮬)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vhost 단위 paranoia 2 적용 (시뮬)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/etc/apache2/sites-available/010-juice.conf 의 &lt;VirtualHost&gt; 안: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SecAction "id:9006020,phase:1,nolog,pass,setvar:tx.paranoia_level=2"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false-positive 시나리오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false-positive 예상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"정상: 사용자가 rich text editor 에 '&lt;b&gt;tag&lt;/b&gt; 사용법'을 입력"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  paranoia 1 → 통과 (HTML 의 단순 b tag 안전)"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  paranoia 2 → '&lt;b' tag injection 의심 → 차단 가능"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"운영 권장: legacy / rich-text vhost 는 paranoia 1 유지"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현재 paranoia: `paranoia-level/1`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paranoia 2 룰 카운트 — 카테고리별 (XSS 30+, SQLi 20+, LFI 10+ 등)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적용 SecAction 패턴 (시뮬)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false-positive 시나리오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paranoia upgrade 는 운영 trade-off. vhost 별 paranoia 운영 (legacy 1, REST API 2-3)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이 production 표준.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exception 작성 (LocationMatch + SecRuleRemoveById)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"응답: %{http_code}\n" -H "Host: juice.6v6.lab" "http://10.20.30.1/admin/comments?text=&lt;b&gt;hi&lt;/b&gt;"'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exception 작성 (시뮬)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&lt;LocationMatch "^/admin/comments$"&gt;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SecRuleRemoveById 941100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# 또는 좁게: SecRuleUpdateTargetById 941100 "!ARGS:text"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&lt;/LocationMatch&gt;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운영 절차 6 단계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1. /etc/apache2/conf-available/modsec-w06-exception.conf 작성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2. sudo a2enconf modsec-w06-exception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3. sudo apache2ctl configtest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4. sudo systemctl reload apache2 (downtime 0)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5. audit log 모니터 — 매치 변화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6. git PR + 사유 주석 + ticket # + 분기 검토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자가 점검 5 질문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Q1. 실 공격 차단 가림? (No 여야)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Q2. URL/param 범위 좁은가? (Yes)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Q3. 분기 검토 잡혔는가? (Yes)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Q4. reproducer 확보? (Yes)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Q5. application 측 수정 대체 가능? (No 일 때만 exception)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baseline 응답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exception 패턴 (LocationMatch 권장)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운영 절차 6 단계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자가 점검 5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광범위 exception 누적 = 보안 약화. 좁은 범위 + git audit + 분기 검토 = 표준.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**R/B/P** 5 공격 burst + 980130 summary + paranoia 권장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BEFORE=$(ssh 6v6-web 'sudo wc -l /var/log/apache2/modsec_audit.log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"baseline audit lines: $BEFORE"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Red 5 공격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payload in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"?q=&lt;script&gt;alert(1)&lt;/script&gt;"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"?q=1'%20OR%20'1'='1"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"?q=../../etc/passwd"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"?q=;cat%20/etc/passwd"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"?q=%3C%3Fphp%20system(%27id%27)%3B%20%3F%3E";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code=$(ssh 6v6-attacker "curl -s -o /dev/null -w '%{http_code}' -H 'Host: juice.6v6.lab' 'http://10.20.30.1/$payload'")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  $payload → $code"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Blue — 카테고리 분포 (최근 5 transaction)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-5 /var/log/apache2/modsec_audit.log | jq -r ".audit_data.messages[]" 2&gt;/dev/null | grep -oE "\[id \"[0-9]+\"\]" | sort | uniq -c | sort -rn | head -15'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Blue — 980130 summary (각 transaction)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-5 /var/log/apache2/modsec_audit.log | jq -r ".audit_data.messages[]" 2&gt;/dev/null | grep -oE "SQLI=[0-9]+,XSS=[0-9]+,RFI=[0-9]+,LFI=[0-9]+,RCE=[0-9]+,PHPI=[0-9]+"'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Purple — 5 차단 결과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-5 /var/log/apache2/modsec_audit.log | jq ".response.status"'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Purple — paranoia tuning 5 권장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1. paranoia 1 유지 (legacy 호환)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2. vho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공격 모두 403 (성공률 5/5)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카테고리 분포 top 15 — 941+942+930+932+933+949+980 모두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- 980130 summary — 각 transaction 의 XSS/SQLI/LFI/RCE/PHP score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response.status: 모두 403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paranoia tuning 5 권장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Purple Team standard cycle. 5 공격 → ModSec 의 catched/missed ratio + paranoia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tuning 권장. production 분기 정책 검토 기반.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Wazuh agent ship 검증 (W10 예고) + 종합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/var/ossec/bin/wazuh-control status 2&gt;&amp;1 | head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cat /var/ossec/etc/ossec.conf | grep -B1 -A3 "modsec_audit"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-lc 2&gt;&amp;1 | grep -i web | head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-100 /var/ossec/logs/alerts/alerts.log 2&gt;/dev/null | grep -iE "modsec|941|942"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종합 보고서 형식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6v6 W06 ModSecurity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web agent Active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ossec.conf 의 modsec_audit.log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manager 에서 web 보임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종합 보고서 5 섹션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W10 통합 전 ship 사전 점검 + W06 종합.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