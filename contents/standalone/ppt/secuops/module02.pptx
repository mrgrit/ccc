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Module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nftables 방화벽 (1) — 기초 + table/chain/rule/set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FD8DC"/>
                </a:solidFill>
              </a:defRPr>
            </a:pPr>
            <a:r>
              <a:t>nftables 방화벽 기초 — table/chain/rule/set + R/B/P (nmap → drop → 영구화)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A4AE"/>
                </a:solidFill>
              </a:defRPr>
            </a:pPr>
            <a:r>
              <a:t>보안솔루션운영 (secops) · 6v6 학습 환경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nftables 의 4 핵심 개념 (table / chain / rule / set) 을 비유 없이 1분 안에 설명한다.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Netfilter 의 5 hook (prerouting / input / forward / output / postrouting) 의 통과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6v6-fw 의 실제 ruleset (`inet six_filter` + `ip six_nat`) 을 읽고 어떤 트래픽이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`nft list ruleset` / `nft -j` (JSON) / `nft -c -f` (syntax check) / `nft monitor`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임시 drop 룰 1개 추가 / counter 증가 검증 / `nft delete rule ... handle N` 으로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iptables ↔ nftables 의 관계를 설명하고 `iptables-translate` 로 마이그레이션 명령을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Red/Blue/Purple 시나리오 — Red 가 fw:80 으로 무차별 스캔 → Blue 가 input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보안솔루션운영 (secops) · Module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Module 02 — 이론 +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nftables 방화벽 (1) — 기초 + table/chain/rule/set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3. nftables 4 핵심 개념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3.1 table — 한 family + 한 이름의 룰 컨테이너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`ip` family = IPv4 만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`ip6` family = IPv6 만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`inet` family = 둘 다 (IPv4+IPv6 통합)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`arp`, `bridge`, `netdev` = 특수 (L2 또는 ingress)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3.2 chain — table 내부의 룰 묶음, hook 에 attach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`type filter` : 필터 (ACCEPT/DROP/REJECT) 용 — `nat` / `route` 도 가능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`hook input` : 어느 Netfilter hook 에 attach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`priority filter` (= 0) : 같은 hook 에 여러 chain 이 붙을 때 평가 순서 (낮을수록 먼저)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`policy accept` : 룰이 다 매치 안 되면 기본 accept (production 은 `drop` 권장)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4. 6v6-fw 의 ruleset 해부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4.1 entrypoint 가 부팅마다 `/etc/nftables.conf` 적용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4.2 nftables.conf 본체 (실제 컨테이너 파일)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`inet six_filter` 가 IPv4+IPv6 통합 → 룰 1번만 작성하면 두 family 모두 적용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`flush table inet six_filter` 가 idempotent 보장 (부팅마다 깨끗한 상태)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`ip six_nat` 는 chain 만 정의 + 룰 없음 → W03 에서 학생이 NAT 룰 추가하며 학습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`policy accept` (학습용). production 은 `policy drop` + 명시적 화이트리스트가 정석.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6. iptables ↔ nftables 마이그레이션 (3 도구)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6.1 iptables-translate — 한 줄 변환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6.2 iptables-restore-translate — 전체 룰셋 변환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6.3 iptables-nft — 호환 backend (자동)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7. 영구화: 컨테이너 vs systemd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7.1 시스템 호스트 (운영 표준)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7.2 컨테이너 (6v6 의 방식)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9. 실습 시나리오 (4 축 설명)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1 — fw ruleset 가시화 (10분)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2 — counter 분석 (10분)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3 — 동적 drop 룰 추가 + 효과 검증 (15분)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4 — tcpdump 로 drop 검증 (15분)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5 — iptables-translate + nft monitor (15분)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6 — R/B/P 통합 시나리오 (25분)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9.5 R/B/P 공격 분석 케이스 확장 (본 주차 추가)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9.5.0 R/B/P 일상 비유 — 출입문 무인 경비원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입주민 카드를 가진 사람은 통과시킨다.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택배 기사는 평일 09시~18시에만 통과시킨다.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같은 사람이 1분 안에 5번 이상 시도하면 차단한다.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매뉴얼에 없는 경우는 일단 차단한다 (deny by default).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케이스 1 — ICMP flood 를 counter + dynamic set 으로 분석 + 차단한다.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케이스 2 — TCP SYN flood 를 nft monitor trace + rate limit 으로 분석 + 대응한다.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케이스 3 — forwarded chain 우회 시도를 policy drop + log prefix 로 가시화한다.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재현 가능성 — 학생이 6v6-attacker (10.20.30.202) 에서 직접 공격을 발생시킨다.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도구 위주 분석 — `nft list ruleset`, `nft monitor`, `conntrack -L` 같은 표준 도구만 사용한다.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9.6 R/B/P 종합 시나리오 — 본 주차 의 통합 도식 + 시간선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9.6.1 통합 도식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9.6.2 3 사례 의 R/B/P Coverage Matrix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9.6.3 R/B/P 시간선 (1 사건 의 분 단위 흐름)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9.6.4 본 주차 R/B/P 의 핵심 인사이트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10. 사례 분석 — ISMS-P / KISA / NIST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10.1 ISMS-P 2.6.1 (네트워크 접근통제)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10.2 KISA 보호나라 — 2025 침해사고 사례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10.3 NIST CSF — Protect.AC-4 (Access Permissions)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7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실습 (Hands-on Lab)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fw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6v6-fw 의 nftables 에 정의된 **3 table** (ip nat / inet six_filter / ip six_nat)</a:t>
            </a:r>
          </a:p>
          <a:p>
            <a:r>
              <a:t>을 확인한다.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table 목록 (XT 경고 제거)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list tables 2&gt;&amp;1 | grep -v "^XT"'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JSON 형식으로 family + name 추출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-j list tables | jq "[.nftables[] | select(.table) | .table | {family, name}]"'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명령 1 출력: `table ip nat` + `table inet six_filter` + `table ip six_nat` 3 행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2 출력: `[{"family":"ip","name":"nat"}, {"family":"inet","name":"six_filter"},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{"family":"ip","name":"six_nat"}]`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 인수 시 첫 5분 명령. fw 가 어떤 family + 어떤 table 을 가지고 있는지 가시화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해야 정책 분석 가능. `inet` family 는 IPv4+IPv6 통합 (가장 유연).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fw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forward chain 의 **4 attribute (type/hook/priority/policy)** + 룰의 **handle** +</a:t>
            </a:r>
          </a:p>
          <a:p>
            <a:r>
              <a:t>**counter** 를 직접 가시화한다.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handle 포함 chain 출력 (-a 옵션)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-a list chain inet six_filter forward'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counter 초기화 (운영 측정 전 baseline)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reset counters table inet six_filter'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트래픽 발생 후 counter 변화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-H "Host: juice.6v6.lab" http://10.20.30.1/' &gt;/dev/null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list chain inet six_filter forward | grep -B1 counter'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명령 1 출력에 `chain forward { # handle 2` + `ct state established,related accept # handle 8`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(각 룰의 `# handle N` 표기)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chain header: `type filter hook forward priority filter; policy accept;`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3 출력의 counter 가 0 이상 (트래픽 발생 후 증가)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handle 은 룰 삭제 시 필수 ID. counter 는 룰별 효과 측정 (한 번도 매치 안 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룰은 candidate for removal). production 운영의 표준 분석 도구.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fw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legacy iptables 룰 **3 건** 을 `iptables-translate` 로 nftables 명령으로 변환</a:t>
            </a:r>
          </a:p>
          <a:p>
            <a:r>
              <a:t>하고 각 변환의 의미를 한글 1줄로 해설.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변환 1: 사내망 ACCEPT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'iptables-translate -A INPUT -s 192.168.1.0/24 -j ACCEPT'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변환 2: DNS outbound (UDP 53)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'iptables-translate -A OUTPUT -p udp --dport 53 -j ACCEPT'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변환 3: stateful 응답 path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'iptables-translate -A FORWARD -m state --state ESTABLISHED,RELATED -j ACCEPT'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변환 1 결과: `nft add rule ip filter INPUT ip saddr 192.168.1.0/24 counter accept`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변환 2 결과: `nft add rule ip filter OUTPUT udp dport 53 counter accept`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변환 3 결과: `nft add rule ip filter FORWARD ct state related,established counter accept`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변환 3 의 `-m state` → `ct state` 매핑 인지 (가장 중요한 변환)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RHEL 7 → 8, Debian 9 → 10 마이그레이션의 표준 절차. legacy iptables 룰셋을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nftables 로 안전하게 옮길 때 자동 변환 + 사람이 의미 검증.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fw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attacker IP (10.20.30.202) 의 fw 접근을 차단하는 **drop 룰** 을 input chain 의</a:t>
            </a:r>
          </a:p>
          <a:p>
            <a:r>
              <a:t>position 0 에 추가하고, 효과 (counter / timeout) 를 검증 후 cleanup.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drop 룰 추가 (input chain 최상단)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insert rule inet six_filter input position 0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ip saddr 10.20.30.202 counter log prefix W02DROP drop'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attacker → fw:80 시도 (timeout 예상)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'timeout 5 curl -s -o /dev/null -w "%{http_code} %{time_total}s\n"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-H "Host: juice.6v6.lab" http://10.20.30.1/'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counter 증가 확인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-a list chain inet six_filter input | grep W02DROP'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cleanup — handle 식별 후 정확한 삭제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HANDLE=$(ssh 6v6-fw 'sudo nft -a list chain inet six_filter input | grep W02DROP | grep -oE "handle [0-9]+" | head -1 | awk "{print \$2}"')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"sudo nft delete rule inet six_filter input handle $HANDLE"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복귀 검증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-w "%{http_code}\n" -H "Host: juice.6v6.lab" http://10.20.30.1/'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명령 2 출력: `000 5.0s` (timeout, 5초 후 종료)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3 출력: `ip saddr 10.20.30.202 counter packets 3 bytes 180 ... drop # handle &lt;N&gt;` (실측: packets 3 = SYN + retry 2)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5 출력: `200` (cleanup 후 정상 복귀)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실 운영 incident response 의 핵심 — 특정 IP 즉시 차단. `insert rule position 0`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이 chain 의 최상단 (가장 먼저 평가). counter 로 효과 측정.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fw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drop 룰의 효과를 **packet 레벨** 로 가시화. tcpdump 로 fw 의 ext NIC (eth0) 에</a:t>
            </a:r>
          </a:p>
          <a:p>
            <a:r>
              <a:t>SYN 진입은 보이지만 input chain 의 drop 으로 후속 처리 없음을 확인.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tcpdump 출력: `IP &lt;attacker_ip&gt;.xxxx &gt; 10.20.30.1.80: Flags [S]` SYN 5건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SYN-ACK 응답 없음 (`Flags [S.]` 0건) → drop 효과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cleanup 후 curl 200 복귀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packet 레벨 디버깅. ruleset 변경의 immediate 영향 측정. 운영 환경의 incident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response 시 "차단된 것 같은데 진짜 끊겼나?" 의 답.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(R/B/P 통합)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=== Red 1차: drop 룰 없는 상태 nmap ===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'sudo nmap -sS -p 22,80,443,9100 10.20.30.1'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예상: 일부 port open (22 ssh / 80 http / 443 https / 9100 bastion api)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=== Blue: drop + log 룰 추가 ===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insert rule inet six_filter input position 0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ip saddr 10.20.30.202 counter log prefix RBPDROP drop'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=== Red 2차: drop 룰 적용 후 nmap ===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'sudo nmap -sS -p 22,80,443,9100 10.20.30.1'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예상: 모든 port filtered (응답 없음)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=== Purple 측정 ===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list chain inet six_filter input | grep -B1 RBPDROP'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counter packets N bytes M (N = nmap probe 수)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=== Cleanup ===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HANDLE=$(ssh 6v6-fw 'sudo nft -a list chain inet six_filter input | grep RBPDROP | grep -oE "handle [0-9]+" | head -1 | awk "{print \$2}"')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"sudo nft delete rule inet six_filter input handle $HANDLE"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Red 1차 nmap 결과: 22/80/443/9100 중 일부 open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Red 2차 nmap 결과: 모든 port `filtered` (drop = 응답 없음)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Purple counter: `packets 5+` (nmap 의 SYN probe 갯수)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Cleanup 후 attacker → web 정상 200 복귀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Purple Team 의 standard cycle. 분기별 정기 실행으로 룰 효과 측정 + production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환경 영구화 검토. incident response 의 표준 절차.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fw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STEP 1-6 의 모든 결과 + R/B/P cycle 측정값 + 본인 학습 gap 을 종합한 1페이지</a:t>
            </a:r>
          </a:p>
          <a:p>
            <a:r>
              <a:t>보고서를 Markdown 으로 작성.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- 5 섹션 모두 작성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STEP 1-6 의 모든 출력이 표에 근거로 인용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본인 발견 1+ 또는 "정상" + 근거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W03 준비도 자가 진단 2+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운영자 매일 작성하는 표 — 매일 아침 인프라 헬스 + 룰 변경 audit.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본 module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C107"/>
                </a:solidFill>
              </a:defRPr>
            </a:pPr>
            <a:r>
              <a:t>다음 module → Module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