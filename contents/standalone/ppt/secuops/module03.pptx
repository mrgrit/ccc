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107"/>
                </a:solidFill>
              </a:defRPr>
            </a:pPr>
            <a:r>
              <a:t>Module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nftables 방화벽 (2) — NAT (DNAT/SNAT) + HAProxy 협업 + 운영 깊이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FD8DC"/>
                </a:solidFill>
              </a:defRPr>
            </a:pPr>
            <a:r>
              <a:t>nftables NAT (DNAT/SNAT/MASQUERADE) + conntrack + Docker NAT 공존 + HAProxy 충돌 + R/B/P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A4AE"/>
                </a:solidFill>
              </a:defRPr>
            </a:pPr>
            <a:r>
              <a:t>보안솔루션운영 (secops) · 6v6 학습 환경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SNAT / DNAT / MASQUERADE 의 hook 위치 (prerouting -100 / postrouting 100) 와 priority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`ip six_nat` table 에 DNAT 룰을 추가하여 외부 8888 → 내부 web 80 매핑을 동작시키고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`MASQUERADE` 와 `snat to &lt;IP&gt;` 의 차이 + 컨테이너 환경에서 어느 쪽이 적합한지 결정한다.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`conntrack` table 의 5 상태 (NEW / ESTABLISHED / RELATED / INVALID / UNREPLIED) 와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`nft monitor trace` 를 1 packet 에 적용하여 chain 통과 단계를 step-by-step 출력하고,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HAProxy L7 라우팅 (`hdr(host) -i siem.6v6.lab`) 과 nftables L4 DNAT 의 priority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Docker daemon 이 자동 생성한 `table ip nat` (DOCKER_OUTPUT / DOCKER_POSTROUTING) 의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`nf_conntrack_max` / `nf_conntrack_count` / `nf_conntrack_helper` 3 sysctl 을 점검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R/B/P 시나리오 — Red 가 fw:80 으로 정상 트래픽 시도 → Blue 가 prerouting position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0 에 DNAT 룰 삽입 (HAProxy 우회) → Purple 이 HAProxy log 흔적 부재 + counter 측정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보안솔루션운영 (secops) · Module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Module 03 — 이론 +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nftables 방화벽 (2) — NAT (DNAT/SNAT) + HAProxy 협업 + 운영 깊이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1. NAT 의 3 종류 — 언제 어느 것을 쓰는가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1.1 SNAT (Source NAT) — 출발지 변환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1.2 DNAT (Destination NAT) — 목적지 변환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1.3 MASQUERADE — 동적 SNAT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1.4 priority 와 hook 위치 — 왜 이 자리에서 변환하는가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2. Netfilter NAT chain — 패킷의 5 자리 통과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DNAT 는 routing 보다 먼저 평가되어 변환된 dst 로 routing → forward 또는 input 분기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SNAT/MASQUERADE 는 routing 후 평가 → NIC 결정 후 src 변환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conntrack 은 첫 packet 의 변환을 기억 → 후속 응답 packet (역방향) 의 NAT 도 일관 적용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3. conntrack 의 역할 — stateful NAT + firewall 의 핵심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3.1 한 conn = 한 row, 양방향 변환 기록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`tcp 6 86400 ESTABLISHED` : protocol / proto# / timeout 초 / 상태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첫 src/dst/sport/dport = `orig` (요청 방향)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두 번째 src/dst/sport/dport = `reply` (응답 방향)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`[ASSURED]` : 양방향 packet 모두 봄 (안정)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orig dst (10.20.30.1) ≠ reply src (10.20.32.80) → DNAT 흔적 (fw 가 dst 를 web 으로 바꿈)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orig src 와 reply dst 가 다르면 → SNAT 흔적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3.2 conntrack 상태머신 (5 states)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3.3 6v6-fw 의 실측 conntrack (2026-05-12)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1줄: bastion (10.20.30.201) → 학생 PC (192.168.0.107) 응답 미관측 ([UNREPLIED])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4. conntrack table 용량 — capacity exhaustion 위험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4.1 nf_conntrack_max — 6v6-fw 실측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SYN flood : 분당 수만 NEW state → table 폭증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NAT-heavy gateway : 모든 client conn 이 entry → 1만 client × 10 conn = 10만 entry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long-lived ESTABLISHED : `nf_conntrack_tcp_timeout_established = 432000` (5일) 동안 잔존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4.2 한계 조정 (production)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4.3 timeout 단축 — long-lived conn 제거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4.4 모니터링 — Prometheus / SIEM 통합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5. conntrack helper modules — protocol-aware NAT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5.1 NAT 가 깨는 protocol 들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FTP active mode : control conn 의 PORT command 가 data conn 의 IP/port 를 평문 전달.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SIP/H.323 : SDP body 안에 RTP 의 IP/port. NAT 가 안 변환하면 voice 끊김.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PPTP : GRE tunnel + control TCP 1723. GRE 가 conntrack 모름.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IRC DCC : data conn 의 IP 가 평문 메시지에.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5.2 helper 의 보안 위험 — 자동 helper 비활성이 best practice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5.3 6v6-fw 실측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6. Docker 의 `table ip nat` — 우리와 어떻게 공존하는가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6.1 6v6-fw 의 실측 — table 3 종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6.2 Docker `table ip nat` 내부 (실측)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Docker 의 embedded DNS resolver 는 `127.0.0.11:53` 으로 가장. 실제 listen 은 random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컨테이너 내부 process 가 `127.0.0.11:53` 으로 DNS 질의 → OUTPUT hook 의 룰이 random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6.3 priority 공존 — 왜 충돌 안 하는가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6.4 운영 사고 사례 — Docker NAT flush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컨테이너 내부 `nslookup wazuh-indexer` → `127.0.0.11:53 connection refused`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모든 docker-compose service name 해석 실패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인프라 전체 cascading 장애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복구: `systemctl restart docker` 또는 컨테이너 전체 재시작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7. HAProxy L7 vs nftables L4 NAT — 같이 쓰는 법, 충돌하는 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7.1 두 도구의 동작 layer 비교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7.2 6v6 의 HAProxy 실측 (2026-05-12)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학생이 `juice.6v6.lab` 요청 → `is_siem/portal/bastion` 모두 false → `default_backend waf`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운영자가 `siem.6v6.lab` 요청 → `is_siem` true → `dashboard 10.20.32.120:5601` (TLS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7.3 협업 시나리오 1 — HAProxy 가 80/443, nftables 가 보조 port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7.4 협업 시나리오 2 — Docker NAT 가 HAProxy 앞에서 port 매핑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7.5 충돌 시나리오 — 같은 port 에 두 도구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7.6 충돌 증거 — conntrack 의 reply src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7.7 충돌의 5 가지 운영 위험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8. NAT 는 방화벽이 아니다 — 흔한 보안 오해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8.1 오해의 출처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8.2 사실 — NAT 는 단지 변환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DNAT 만 있으면 외부에서 변환된 dst 로 접속 가능 (외부 노출)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conntrack 의 ESTABLISHED 가 응답 path 를 자동 허용 → 진짜 보안은 forward chain 의 룰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NAT 우회 (NAT traversal, STUN, hole punching, IPv6 무 NAT) 으로 NAT 만으로의 "보호"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8.3 진짜 방어 vs NAT 만의 보호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내부 → 외부 만 가능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외부 → 내부는 미정의 dst port 차단 (단지 라우팅 표 부재로)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우회: NAT traversal / hole punching / IPv6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nftables forward chain 에 명시적 accept/drop 정책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10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실습 (Hands-on Lab)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fw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6v6-fw 의 NAT table baseline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list tables'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list table ip six_nat'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list chains 2&gt;&amp;1 | grep -E "hook prerouting|hook postrouting"'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(verify 절차는 lab YAML 참조)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NAT 정책 변경 전 baseline 확보. **Docker `table ip nat` 의 존재 인지가 핵심** —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flush 하면 embedded DNS (127.0.0.11:53) 가 깨져 인프라 전체 장애. 학생은 본인이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만든 `ip six_nat` 만 건드린다.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fw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DNAT 외부 8888 → 내부 web(10.20.32.80:80) + conntrack 양방향 변환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DNAT 룰 추가 (prerouting)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add rule ip six_nat prerouting iifname "eth1" tcp dport 8888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counter dnat to 10.20.32.80:80'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fw 자체로 들어오는 8888/tcp 허용 (DNAT 평가 후 routing 결정 → input/forward 분기)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insert rule inet six_filter input position 0 tcp dport 8888 accept'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attacker 에서 fw:8888 으로 curl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-w "%{http_code}\n"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-H "Host: juice.6v6.lab" http://10.20.30.1:8888/'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conntrack 의 양방향 변환 확인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conntrack -L 2&gt;/dev/null | grep "dport=8888" | head -1'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5. nft counter 증가 확인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list chain ip six_nat prerouting | grep -B1 "dport 8888"'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6. Cleanup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HANDLE=$(ssh 6v6-fw 'sudo nft -a list chain ip six_nat prerouting |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grep "dport 8888" | grep -oE "handle [0-9]+" | head -1 | awk "{print \$2}"')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[ -n "$HANDLE" ] &amp;&amp; ssh 6v6-fw "sudo nft delete rule ip six_nat prerouting handle $HANDLE"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HANDLE2=$(ssh 6v6-fw 'sudo nft -a list chain inet six_filter input |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grep "dport 8888" | grep -oE "handle [0-9]+" | head -1 | awk "{print \$2}"')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[ -n "$HANDLE2" ] &amp;&amp; ssh 6v6-fw "sudo nft delete rule inet six_filter input handle $HANDLE2"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**명령 3 응답: `200`** (web 의 응답)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**명령 4 출력**: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```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tcp 6 119 TIME_WAIT \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    src=10.20.30.202 dst=10.20.30.1 sport=43544 dport=8888 \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    src=10.20.32.80 dst=10.20.30.202 sport=80 dport=43544 \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    [ASSURED]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```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- orig dst `10.20.30.1` ≠ reply src `10.20.32.80` → **DNAT 변환 흔적**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- orig dport `8888` ≠ reply sport `80` → **port 변환 흔적**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- `[ASSURED]` → 양방향 모두 본 안정 conn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**명령 5 출력**: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port forwarding 의 모든 실 사용은 이 4 단계. 외부 SSH 2222 → 내부 22, 외부 HTTPS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443 → 내부 web 443 등 production 의 표준. **반드시 cleanup 1 cycle 까지** —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운영자가 자기 룰을 정확히 찾아 지울 수 있어야 IR 시 임시 룰 즉시 제거 가능.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fw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MASQUERADE 3 subnet 동시 + SNAT vs MASQUERADE 차이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 subnet 각각 MASQUERADE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net in 10.20.31.0/24 10.20.32.0/24 10.20.40.0/24; do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ssh 6v6-fw "sudo nft add rule ip six_nat postrouting oifname \"eth0\"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ip saddr $net counter masquerade"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done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적용 확인 (3 룰)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list chain ip six_nat postrouting'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비교를 위해 동일 subnet 1개 SNAT 명시 (clarity)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add rule ip six_nat postrouting oifname "eth1"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ip saddr 10.20.32.50 counter snat to 10.20.30.1'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출력에서 masquerade vs snat to 의 차이 확인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list chain ip six_nat postrouting | grep -E "masquerade|snat"'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Cleanup (4 룰 모두)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h in $(ssh 6v6-fw 'sudo nft -a list chain ip six_nat postrouting |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grep -E "masquerade|snat to" | grep -oE "handle [0-9]+" | awk "{print \$2}"'); do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ssh 6v6-fw "sudo nft delete rule ip six_nat postrouting handle $h"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명령 2 출력: 3 룰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```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oifname "eth1" ip saddr 10.20.31.0/24 counter packets 0 bytes 0 masquerade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oifname "eth1" ip saddr 10.20.32.0/24 counter packets 0 bytes 0 masquerade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oifname "eth1" ip saddr 10.20.40.0/24 counter packets 0 bytes 0 masquerade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```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명령 4 출력에서 두 형식 비교: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```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masquerade                              # NIC IP 동적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snat to 10.20.30.1                       # IP 고정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```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production container 환경 (Kubernetes / docker swarm 등) 에서 Pod IP 는 매번 다름.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`snat to &lt;IP&gt;` 는 부적합 (재시작 시 IP 변경 → 룰 깨짐). MASQUERADE 가 정석.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fw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conntrack 상태머신 + 양방향 변환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전체 conn 의 상태 분포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conntrack -L 2&gt;/dev/null | awk "{print \$3}" | sort | uniq -c | sort -rn | head'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양방향 ASSURED 의 비율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TOTAL=$(ssh 6v6-fw 'sudo conntrack -L 2&gt;/dev/null | wc -l')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ASSURED=$(ssh 6v6-fw 'sudo conntrack -L 2&gt;/dev/null | grep -c ASSURED')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"전체: $TOTAL / ASSURED: $ASSURED"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CPU 별 통계 (invalid / drop / search_restart)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conntrack -S 2&gt;/dev/null | head -3'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현재 entry 수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conntrack -C'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TCP 활성 conn 샘플 3건 (필드 분석용)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conntrack -L -p tcp 2&gt;/dev/null | head -3'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**명령 1 출력 예**: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```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    42 ESTABLISHED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     8 TIME_WAIT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     3 FIN_WAIT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     1 SYN_SENT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```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(정상 운영 환경 — ESTABLISHED 가 다수)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**ASSURED 비율** 70% 이상 (안정 conn)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**CPU 통계** 의 drop / insert_failed 가 0 이어야 함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**명령 5 출력**: 각 row 의 6 필드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```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tcp 6 86400 ESTABLISHED \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    src=A dst=B sport=X dport=Y \                  # ← orig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    src=C dst=D sport=Z dport=W [ASSURED]          # ← 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conntrack 은 stateful firewall + NAT 의 source of truth. **NAT 가 일어났는지 판단**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= orig dst (B) 와 reply src (C) 가 다르면 DNAT, orig src (A) 와 reply dst (D) 가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다르면 SNAT.</a:t>
            </a:r>
          </a:p>
          <a:p>
            <a:pPr>
              <a:defRPr sz="1100">
                <a:solidFill>
                  <a:srgbClr val="222222"/>
                </a:solidFill>
              </a:defRPr>
            </a:pP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운영 명령: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**의심 conn 추적**: `conntrack -L --src &lt;attacker IP&gt;`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**IR 강제 종료**: `conntrack -D --src &lt;IP&gt;` (즉시 끊기)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**실시간 event**: `conntrack -E`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fw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conntrack capacity 점검 + Docker `table ip nat` 공존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conntrack capacity sysctl 4 측정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k in nf_conntrack_max nf_conntrack_count nf_conntrack_tcp_timeout_established nf_conntrack_helper; do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v=$(ssh 6v6-fw "sudo sysctl net.netfilter.$k 2&gt;/dev/null")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echo "  $v"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done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현재 사용률 (%)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'echo "사용률 (%) = $(( 100 * $(cat /proc/sys/net/netfilter/nf_conntrack_count) / $(cat /proc/sys/net/netfilter/nf_conntrack_max) ))"'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Docker `table ip nat` 전체 (embedded DNS mapping 가시화)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list table ip nat'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OUTPUT chain 의 priority 확인 (priority -100 = dstnat)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list chain ip nat OUTPUT | head -5'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(verify 절차는 lab YAML 참조)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**capacity 점검**: SYN flood / 대량 client 환경에서 conntrack table full 이 흔한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장애. 평소 80% 임계 alert 가 정석.</a:t>
            </a:r>
          </a:p>
          <a:p>
            <a:pPr>
              <a:defRPr sz="1100">
                <a:solidFill>
                  <a:srgbClr val="222222"/>
                </a:solidFill>
              </a:defRPr>
            </a:pP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**Docker NAT 공존**: 127.0.0.11:53 는 가짜 DNS resolver. 실제 listen 은 random port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(예: 34597). 컨테이너 process 가 `nslookup wazuh-indexer` → 127.0.0.11:53 → Docker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가 random port 로 DNAT → embedded DNS 가 응답 → POSTROU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fw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nft monitor trace 로 packet 통과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**trace 출력 예** (한 packet 의 chain 통과):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```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trace id 0xabcdef inet six_filter input packet: iif "eth1" ether saddr ... \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    ether daddr ... ip saddr 10.20.30.202 ip daddr 10.20.30.1 ip protocol tcp \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    tcp sport 43544 tcp dport 80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trace id 0xabcdef inet six_filter input rule meta nftrace set 1 (verdict continue)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trace id 0xabcdef inet six_filter input verdict continue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trace id 0xa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**정책 디버깅의 황금 도구**. 룰이 안 매치되는 원인 (iifname 오타? priority 순서?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이전 룰의 early-exit?) 을 packet 단위로 추적 가능. race condition / 의도되지 않은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매칭 / priority 충돌 검출의 1순위.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**R/B/P** HAProxy + DNAT 80 충돌 시뮬 + conntrack reply src 로 우회 가시화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=== Red 1차 (baseline, HAProxy 정상 경유) ===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"[Red 1] baseline"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conntrack -F 2&gt;/dev/null'    # 깨끗한 비교 위해 flush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-w "%{http_code}\n"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-H "Host: juice.6v6.lab" http://10.20.30.1/'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"[Red 1] fw conntrack — HAProxy termination 의 증거:"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conntrack -L 2&gt;/dev/null | grep "10.20.30.202" | grep "dport=80" | head -1'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=== Blue (충돌 DNAT 룰 삽입) ===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"[Blue] prerouting position 0 에 DNAT 룰 삽입"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insert rule ip six_nat prerouting position 0 iifname "eth1"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tcp dport 80 counter dnat to 10.20.32.80:80'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=== Red 2차 (DNAT 가 HAProxy 우회) ===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"[Red 2] 같은 curl — DNAT 가 HAProxy 우회"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conntrack -F 2&gt;/dev/null'    # 새 conn 비교 위해 flush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-w "%{http_code}\n"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-H "Host: juice.6v6.lab" http://10.20.30.1/'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"[Red 2] fw conntrack — DNAT 우회의 증거 (reply src 가 web IP):"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conntrack -L 2&gt;/dev/null | grep "10.20.30.202" | grep "dport=80" | head -1'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=== Purple priority 가시화 ===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"[Purple] priority — prerouting hook 의 모든 chain:"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list chains 2&gt;&amp;1 | grep "hook prerout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(verify 절차는 lab YAML 참조)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Purple Team 의 표준 cycle — Red 의 가벼운 요청으로 인프라 상태 검증 → Blue 가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변경 → 운영 가시성 / 보안 통제 / 응답 path 가 어떻게 영향 받는지 측정.</a:t>
            </a:r>
          </a:p>
          <a:p>
            <a:pPr>
              <a:defRPr sz="1100">
                <a:solidFill>
                  <a:srgbClr val="222222"/>
                </a:solidFill>
              </a:defRPr>
            </a:pP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**핵심 인사이트**: nat prerouting priority `dstnat` (-100) 는 routing decision 보다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먼저 평가 → HAProxy 의 user-space `bind *:80` 가 packet 을 받지 못함. 결과: fw 가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routing 으로 web 에 직결 → web 의 stack 에서 응답 → conntrac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fw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NAT 가 방화벽이 아님을 증명하는 separation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DNAT 룰 (외부 9999 → portal 10.20.32.50:8000)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add rule ip six_nat prerouting iifname "eth1" tcp dport 9999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counter dnat to 10.20.32.50:8000'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insert rule inet six_filter input position 0 tcp dport 9999 accept'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forward chain 의 명시적 정책 — 학생 PC 만 허용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   (10.20.30.202 는 attacker — 학습용으로 차단할 source)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insert rule inet six_filter forward position 0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ip saddr 10.20.30.202 ip daddr 10.20.32.50 tcp dport 8000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counter log prefix "POLICY-DENY: " drop'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attacker 가 9999 시도 → drop 으로 timeout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'timeout 5 curl -s -o /dev/null -w "%{http_code}\n" http://10.20.30.1:9999/ 2&gt;&amp;1'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응답: 000 (timeout)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kernel log 의 drop 흔적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dmesg | tail -5 | grep POLICY-DENY'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5. counter 증가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nft list chain inet six_filter forward | grep -B1 "POLICY-DENY"'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6. Cleanup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chain in "ip six_nat prerouting" "inet six_filter input" "inet six_filter forward"; do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HANDLE=$(ssh 6v6-fw "sudo nft -a list chain $chain | grep -E \"dport (9999|8000)|POLICY-DENY\" | grep -oE \"handle [0-9]+\" | head -1 | awk \"{print \\\$2}\"")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[ -n "$HANDLE" ] &amp;&amp; ssh 6v6-fw "sudo nft delete rule $chain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명령 3 응답: `000` (timeout — drop 적중)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명령 4: `POLICY-DENY: IN=eth0 OUT=eth1 ... SRC=10.20.30.202 ... DST=10.20.32.50 ... DPT=8000`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kernel log 라인 1+ (정책 감사 흔적)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명령 5: counter `packets 1+ bytes 60+` (drop 룰 적중)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Cleanup 후 모든 룰 제거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**NAT 는 변환, 방화벽은 정책**. DNAT 만 추가하면 외부 모든 IP 가 접속 가능. 진짜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방어는 forward chain 의 명시적 allow/drop. KISA 2025 Q1 의 "노출 관리콘솔" 35%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사고의 대부분이 이 분리 미적용.</a:t>
            </a:r>
          </a:p>
          <a:p>
            <a:pPr>
              <a:defRPr sz="1100">
                <a:solidFill>
                  <a:srgbClr val="222222"/>
                </a:solidFill>
              </a:defRPr>
            </a:pP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production 패턴: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```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DNAT (변환)            +  forward whitelist (정책)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↓                          ↓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ip six_nat prerouting       inet six_filter forward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dnat to 10.2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fw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트러블슈팅 시뮬 (lecture §9 의 4 패턴 중 conntrack table 점검)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baseline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"[baseline] conntrack 사용량 + timeout"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'echo "count=$(cat /proc/sys/net/netfilter/nf_conntrack_count) / max=$(cat /proc/sys/net/netfilter/nf_conntrack_max)"'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sysctl net.netfilter.nf_conntrack_tcp_timeout_established net.netfilter.nf_conntrack_tcp_timeout_close net.netfilter.nf_conntrack_tcp_timeout_fin_wait'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ESTABLISHED 가 5일 → 1시간으로 단축 (시뮬 — 실제 변경)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sysctl -w net.netfilter.nf_conntrack_tcp_timeout_established=3600'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sysctl -w net.netfilter.nf_conntrack_tcp_timeout_close=10'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sysctl -w net.netfilter.nf_conntrack_tcp_timeout_fin_wait=30'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변경 후 검증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"[after] tcp timeout 변경 확인"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sysctl net.netfilter.nf_conntrack_tcp_timeout_established net.netfilter.nf_conntrack_tcp_timeout_close net.netfilter.nf_conntrack_tcp_timeout_fin_wait'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상태 분포 재측정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"[after] 상태 분포:"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conntrack -L 2&gt;/dev/null | awk "{print \$3}" | sort | uniq -c | sort -rn | head -5'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5. 복구 (default 값으로 되돌림)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sysctl -w net.netfilter.nf_conntrack_tcp_timeout_established=432000'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sysctl -w net.netfilter.nf_conntrack_tcp_timeout_close=10'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**baseline 출력**: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- `count=37 / max=262144` (사용률 &lt; 1%)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- `tcp_timeout_established = 432000` (5일)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- `tcp_timeout_close = 10`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- `tcp_timeout_fin_wait = 120`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**after 출력**: established 3600 / close 10 / fin_wait 30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**상태 분포**: ESTABLISHED 다수 (1시간 timeout 으로도 충분히 유지)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**복구 후 출력**: default 값 복귀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production 의 conntrack 한계 도달은 SYN flood / 대량 client 환경에서 흔함. tcp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timeout 단축 + max 상향 + buckets 비례 상향이 표준 대응. 본 시뮬에서는 timeout 만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조정하지만, 진짜 SYN flood 대응은 W04 Suricata IPS 로.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fw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W03 종합 보고서 (10 step 결과 + 운영 권장 + W04 준비도)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- 8 섹션 모두 작성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- 9 step 결과 표 완성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- 5 운영 위험 모두 명시 (가시화 3 + 잠재 2)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R/B/P 측정값 정확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운영 권장 5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W04 준비도 + 본인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production 의 NAT 운영 audit 표준. git PR 첨부 + 분기 검토 + 신규 운영자 인수.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본 module 종료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C107"/>
                </a:solidFill>
              </a:defRPr>
            </a:pPr>
            <a:r>
              <a:t>다음 module → Module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