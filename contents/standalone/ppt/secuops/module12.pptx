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OpenCTI (1) — STIX 2.1 / TAXII 2.1 / CTI 표준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OpenCTI 도입 — STIX 2.1 + TAXII 2.1 + Connector + Wazuh CDB list 시뮬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CTI 의 정의 + 5 종류 (Strategic / Operational / Tactical / Technical / IOC)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STIX 2.1 의 18 SDO + 2 SCO + Relationship + Pattern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TAXII 2.1 의 client / server 모델 + collection + envelope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OpenCTI 아키텍처 (Platform + Workers + Connectors + Elasticsearch / Redis / RabbitMQ / MinIO)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무료 IOC feed 5 종 (MISP / AlienVault OTX / abuse.ch / OpenPhish / CISA AIS)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CTI Pyramid of Pain (Bianco) + actionable intelligence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운영 시나리오 (SOC / Threat Hunting / IR / 분기 review)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W13-W14 의 Wazuh CDB list 통합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12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OpenCTI (1) — STIX 2.1 / TAXII 2.1 / CTI 표준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CTI (Cyber Threat Intelligence) 의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정의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CTI 의 가치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5 종류 (Pyramid)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1.4 Pyramid of Pain (David Bianco, 2013)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1.5 한국 환경의 CTI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KISA 보호나라 — 한국 침해 사고 분석 + IOC 공유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K-ISAC — 산업별 보안 정보 공유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KrCERT — 한국 CERT (정부)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KCMVP — 암호 모듈 검증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일부 SOC SaaS (안랩 / 이글루시큐리티 / SK인포섹) 가 CTI 통합 제공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STIX 2.1 — 표준 객체 모델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STIX 의 정의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STIX 의 객체 카테고리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2.3 핵심 SDO 18 종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2.4 SDO JSON 예시 — Indicator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2.5 Pattern 의 syntax (STIX Pattern)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2.6 Relationship Object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`attributed-to` : Indicator → ThreatActor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`indicates` : Indicator → Malware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`targets` : ThreatActor → Identity (산업 / 회사)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`uses` : Malware → AttackPattern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TAXII 2.1 — 교환 프로토콜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정의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endpoint 구조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collection 의 의미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"AbuseIPDB Critical" (high-confidence IP)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"MISP Daily Threats" (일별 threat)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"Industry Sector — Financial" (산업별)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public collection: 모든 사용자 read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private collection: 인증된 사용자 only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3.4 인증 + TLS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HTTPS 필수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OpenCTI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OpenCTI 의 정의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아키텍처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Workers (Python) — 데이터 처리 백그라운드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Connectors — 외부 source 통합 (40+)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Telemetry (선택) — Prometheus / Grafana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의존성 + Docker compose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4.4 OpenCTI 의 6 main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Connector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Connector 3 종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5.1.1 External Connector (외부 → OpenCTI)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MITRE ATT&amp;CK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MISP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Anomali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AbuseIPDB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OTX AlienVault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VirusTotal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URLhaus / ThreatFox (abuse.ch)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5.1.2 Internal Enrichment (내부 객체 확장)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CTI 운영 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SOC 분석 (Tier 1-2)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Threat Hunting (Tier 3)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7.3 IR (Incident Response)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7.4 분기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 실습 1~5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1 — STIX 2.1 Indicator JSON 작성 + 분석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2 — MITRE ATT&amp;CK 의 STIX 다운로드 + 분석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3 — TAXII 2.1 collection 조회 (OASIS demo)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4 — abuse.ch URLhaus 의 IOC 다운로드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실습 5 — OpenCTI 도입 계획 작성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6v6 환경: 16 컨테이너 + 8 vuln + 4 인프라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현재 CTI 통합: 없음 (Wazuh CDB list 가 manual)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본인 환경: 8GB RAM VM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7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OpenCTI 도입 계획서 + docker-compose 사전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- 6v6 에 OpenCTI/MISP 미설치 (정상 baseline)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호스트 자원 (CPU/RAM/Disk) 출력 + OpenCTI 요구 (8GB+ RAM, 50GB+ disk) 비교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docker-compose.yml 의 6 service + 의존성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도입 계획서 = *CISO 보고 + 인프라 요구 + 운영 모델*. 자원 부족 시 *별 host*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또는 *cloud* 배포 결정. CCC P22 backlog 의 *OpenCTI 별 host 배포* 의 사전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검토.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STIX 2.1 4 핵심 객체 작성 + JSON 검증 + ATT&amp;CK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객체 모두 작성 (각 type / id / 핵심 필드)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STIX 2.1 `spec_version: "2.1"` 통일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Indicator 의 `pattern` 의 STIX pattern language 형식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Malware 의 `malware_types` + `is_family`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Threat Actor 의 `aliases` + `threat_actor_types`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Attack Pattern 의 `external_references` 의 mitre-attack 매핑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relationship 객체 (별 객체 — W13 에서 본격)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STIX 표준 객체 작성 = CTI 분석가 daily output. 4 객체 의 *역할 분담* 인지 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*분석 품질* 결정 — Indicator (단일 IOC) + Malware (악성 코드) + Threat Actor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(행위자) + Attack Pattern (TTP) 의 4 차원 분석.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TAXII 2.1 client/server 모델 + collection + 5 외부 source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endpoint (`/taxii2/`, `/api-root/`, `/api-root/collections/`,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`/api-root/collections/&lt;id&gt;/objects/`)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curl 명령 예 + Accept header + auth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- 5+ TAXII source 매트릭스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- 2 endpoint 접근 응답 (폐쇄망 시 timeout)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TAXII 의 client/server 모델 + OpenCTI 의 *external Connector* 가 본 프로토콜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사용. *공식 표준 endpoint* + *envelope + pagination* 학습 이 *연동 트러블슈팅*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의 기반.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Wazuh CDB list 작성 + custom 룰 100100 + ATT&amp;CK 매핑 + 실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CDB list 5+ entry (`&lt;ip&gt;: &lt;label&gt;` 형식)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룰 100100 의 5 핵심 (if_sid 4751 + list address_match_key + level 10 +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description + MITRE)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`ossec-makelists` 컴파일 후 `.cdb` 파일 생성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lists 디렉토리 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OpenCTI 의 indicator (raw STIX) → Wazuh CDB list (lookup-optimized) → 자동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매칭 → alert 자동 격상. *4 hop 자동화 pipeline* 의 핵심. 분석가 *수동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lookup* 없이 *실시간 격상*.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Stream Connector 설계 — OpenCTI → CDB list 자동 sync + W13/step3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Python Connector 골격 (main / list / convert / write / makelist / polling)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OpenCTI API 사용 (pycti SDK)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CDB list 갱신 + 컴파일 + reload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- 30 분 polling (W13/step3 의 *production* 보강 차이)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syntax 검증 + mock 실행 결과 (`synced N entries` + CDB 형식 출력)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자동 sync 의 *표준 패턴* — 30 분 마다 OpenCTI 의 indicator → CDB list 갱신.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W12 의 *최소 골격* 학습 → W13 의 *production* 확장. *분리 학습* 의 의미.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R/B/P known IOC 매칭 시나리오 + Suricata 4751 → CDB 100100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Red 시뮬 (curl timeout — outbound packet 만 발생, 차단 X)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Suricata eve.json 에 alert event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룰 chain (4751 Suricata Alert → 100101 CDB dstip 매치)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level 10 격상 alert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Purple 권장 (MITRE / OpenCTI attribution / Active Response)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CTI 통합 의 *핵심 효과 시연* — Suricata alert level 3 → CDB 매칭 → level 10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격상 → 분석가 *즉시 대응*. 본 시나리오 가 *W11-W14 의 모든 학습* 의 *통합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증명*.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W12 종합 보고서 + W13 (OpenCTI 운영) 준비도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- 8 섹션 모두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Executive Summary 의 *수치* (6 컨테이너 / STIX 4 / CDB 5 / 룰 100100)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학습 gap *4+ checkbox*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W13 준비도 *5+ 항목*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W12 의 *도입 학습* 마무리 + W13 의 *production 운영* 진입 준비. 8 섹션 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구조 적 정리 가 *학습 완성도* 의 척도.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