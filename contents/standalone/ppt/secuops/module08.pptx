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중간고사 — 보안 솔루션 + 호스트 가시화 종합 실기 (90분)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중간고사 — W01-W07 5 단계 종합 실기 (180분, 100점)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08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중간고사 — 보안 솔루션 + 호스트 가시화 종합 실기 (90분)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형식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시험 환경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시험 규칙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W01-W07 lecture md + lab yaml 자료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인터넷 검색 (man page / OWASP / Wazuh 문서)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본인 메모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매 시나리오 별 변경 즉시 cleanup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다른 학생과 communication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AI 어시스턴트 (ChatGPT / Claude / Copilot)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다른 학생의 secuops 환경 변경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5 시나리오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시나리오 1 (20점) — fw nftables 정책 (W02-W03 학습)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문제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평가 항목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실행 예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시나리오 2 (20점) — Suricata 룰 작성 (W04-W05 학습)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문제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평가 항목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실행 예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시나리오 3 (20점) — ModSecurity 공격 시뮬 (W06 학습)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문제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시험 진행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시작 전 (5분)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시험 중 (90분)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답안 양식 (1 페이지)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5.5 R/B/P 공격 분석 케이스 확장 (본 주차 추가)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5.5.0 R/B/P 일상 비유 — 운전면허 도로주행 시험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1 — 시나리오 5 의 통합 침해 timeline 재구성. 학생이 5 도구의 로그를 어떻게 cross-correlate 하는지의 표준 절차.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2 — 시나리오 2 (Suricata) 와 시나리오 3 (ModSec) 의 같은 attacker IP 결합. 두 시스템이 한 사건을 어떻게 함께 잡는지.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케이스 3 — 시험 후 cleanup + AAR. 평가 종료 후 운영 baseline 복구와 자기 학습 보고서 작성.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5.5.1 케이스 1 — 통합 침해 timeline 재구성 (시나리오 5 의 풀이 절차)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jq + --arg + select — 각 로그 파일에서 attacker IP 와 일치하는 줄만 추출한다.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sort -k1 — timestamp 기준으로 정렬한다.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awk '{$1=$1}1' — 공백 정리.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`fw:/var/log/kern.log` 또는 `dmesg` — ICMP flood 의 log prefix.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`ips:/var/log/suricata/eve.json` — nmap scan 의 alert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시험 진행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시작: 14:30 / 종료: 16:00 / 90분 정시 제출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1 (nftables): 17/20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2 (Suricata): 18/20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3 (ModSec): 15/20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4 (osquery): 19/20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5 (통합 침해): 16/20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총점: 85/100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잘한 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5 시나리오 모두 답안 제출.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4 의 SQL JOIN 한 줄로 신규 사용자 + cron 동시 식별.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cleanup 5 단계 모두 baseline 복귀 확인.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못한 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3 의 paranoia level 의 anomaly score 계산 실수.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시나리오 5 의 timestamp timezone 정렬 실수 (UTC vs KST).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다음 학습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W06 의 paranoia + anomaly score 누적 재학습.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모든 host 의 timezone baseline 통일 (UTC) 표준화.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5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1 (20점) — 인프라 baseline (W01)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16 컨테이너 가시화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'docker ps --format "table {{.Names}}\t{{.Status}}" | head -20'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fw + ips 의 dual NIC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'for c in 6v6-fw 6v6-ips;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echo "=== $c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docker inspect $c --format "{{range \$k,\$v := .NetworkSettings.Networks}}{{\$k}}={{\$v.IPAddress}} {{end}}"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HAProxy 11 vhost 매핑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grep -E "use_backend|default_backend|server " /etc/haproxy/haproxy.cfg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ProxyJump 4 호스트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fw ips web siem;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ssh 6v6-$h hostname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2 (20점) — fw nftables NAT + HAProxy 협업 (W02-W03)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3 table 가시화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DNAT 8888 → web 80 추가 + 검증 + cleanup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add rule ip six_nat prerouting iifname "eth0" tcp dport 8888 counter dnat to 10.20.32.80:80'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input position 0 tcp dport 8888 accept'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"응답: %{http_code}\n" -H "Host: juice.6v6.lab" http://10.20.30.1:8888/'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grep "dport=8888"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H=$(ssh 6v6-fw 'sudo nft -a list chain ip six_nat prerouting | grep "dport 8888"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 -n "$H" ] &amp;&amp; ssh 6v6-fw "sudo nft delete rule ip six_nat prerouting handle 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H2=$(ssh 6v6-fw 'sudo nft -a list chain inet six_filter input | grep "dport 8888"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 -n "$H2" ] &amp;&amp; ssh 6v6-fw "sudo nft delete rule inet six_filter input handle $H2"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R/B/P — HAProxy + DNAT 80 충돌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baseline (HAProxy)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-F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"%{http_code}\n"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3 (20점) — Suricata IDS + 룰 작성 + flowbits + R/B/P (W04-W05)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데몬 + version + drop_rate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'pgrep -a Suricata'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version'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dump-counters | python3 -c "import json,sys; m=json.load(sys.stdin)[\"message\"]; print(\"drops:\",m.get(\"capture.kernel_drops\",0),\"pkts:\",m.get(\"decoder.pkts\",0))"'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새 alert 룰 (sid 9008001) + flowbits 다단계 (9008002/9008003)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bash -c "cat &gt; /etc/suricata/rules/local.rules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(msg:\"W08 sqlmap UA\"; http.user_agent; content:\"sqlmap\"; nocase; fast_pattern; classtype:web-application-attack; priority:2; sid:9008001;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(msg:\"W08 step1 FlowbitTest UA\"; http.user_agent; content:\"FlowbitTest\"; flowbits:set,fb_w08; flowbits:noalert; sid:9008002;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alert http any any -&gt; any any (msg:\"W08 step2 admin after step1\"; http.uri; content:\"/admin\"; flowbits:isset,fb_w08; classtype:successful-recon; priority:1; sid:9008003; rev:1;)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suricatasc -c reload-rules'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R/B/P 5 burst sqlmap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'for i in 1 2 3 4 5;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curl -s -o /dev/null -A "sqlmap/1.5" -H "Host: juice.6v6.lab" http://10.20.30.1/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4 (20점) — ModSec WAF + CRS audit + anomaly score (W06)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5 공격 burst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payload in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"?q=&lt;script&gt;alert(1)&lt;/script&gt;"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"?q=1'%20OR%20'1'='1"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"?q=../../etc/passwd"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"?q=;cat%20/etc/passwd"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"?q=%3C%3Fphp%20system(%27id%27)%3B%20%3F%3E";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 -o /dev/null -w '%{http_code}' -H 'Host: juice.6v6.lab' 'http://10.20.30.1/$payload'")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$payload →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카테고리 분포 (최근 5 transaction)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카테고리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-r ".audit_data.messages[]" 2&gt;/dev/null | grep -oE "\[id \"[0-9]+\"\]" | sort | uniq -c | sort -rn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980130 correlation summary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980130 summary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-r ".audit_data.messages[]" 2&gt;/dev/null | grep -oE "SQLI=[0-9]+,XSS=[0-9]+,RFI=[0-9]+,LFI=[0-9]+,RCE=[0-9]+,PHPI=[0-9]+"'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XFF vs remote_address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XFF / remote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 /var/log/apache2/modsec_audit.log | jq "{remote:.transaction.remote_address, xff:.request.headers.\"x-forwarded-for\"}"'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5 (20점) — osquery 호스트 가시화 + 침해 시뮬 + 5 헌팅 (W07)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4 호스트 osquery 5.23.0 baseline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bastion fw ips web;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printf "%-8s " "$h"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6v6-$h 'sudo osqueryi --version'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SQL JOIN — listening_ports + processes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osqueryi --json "SELECT l.port, l.address, p.name FROM listening_ports l JOIN processes p ON l.pid = p.pid WHERE l.address NOT LIKE \"127.%\" LIMIT 5;"'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R/B/P — 침해 시뮬 (web 호스트)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— 침해 시뮬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useradd -m -s /bin/bash -u 1099 fakeintruder 2&gt;/dev/null &amp;&amp; echo created'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\"ssh-rsa AAAAB3NzaFAKEKEY-W08 evil@w08\" &gt;&gt; /root/.ssh/authorized_keys"'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\"* * * * * root /tmp/w08_x.sh\" &gt; /etc/cron.d/w08_backdoor"'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Blue — 5 헌팅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username, uid FROM users WHERE uid = 1099;"'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key_type, key FROM authorized_keys WHERE key LIKE \"%FAKEKEY-W08%\";"'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command, path FROM crontab WHERE path LIKE \"%w08_backdoor%\";"'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path, mtime FROM file WHERE path = \"/etc/cron.d/w08_backdoor\";"'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