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OpenCTI (3) — Threat Hunting (Sighting + Report)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MISP + OpenCTI 양방향 sync + Threat Hunting + Sighting + Report +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Threat Hunting 의 정의·역사·가치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 단계 워크플로 (Hypothesis / Investigation / Outcome / Sharing)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OpenCTI Sightings 의 등록 + 분석 + confidence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Report / Note / Opinion 의 차이 + 활용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MITRE ATT&amp;CK 매핑 + Cyber Kill Chain 7 단계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ISMS-P 2.12 보안위반 사고 대응 표준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KISA + K-ISAC + 산업 group 의 공유 모델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STIX Report Object 작성 + 외부 공유 (TLP)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14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OpenCTI (3) — Threat Hunting (Sighting + Report)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Threat Hunting 의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정의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알려진 TTP / IOC 의 본 환경 내 흔적 발견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SOC 가 놓친 침해 (가짜 negative) 발견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Detection 룰 강화 (Coverage 향상)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역사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Hunting Maturity Model (Bianco)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1.4 가치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4 단계 워크플로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단계 1: Hypothesis (가설)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단계 2: Investigation (조사)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조사 명령 예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단계 3: Outcome (결론)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2.4 단계 4: Sharing (공유)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OpenCTI Sightings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Sighting 의 정의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같은 IOC 가 여러 조직에서 관측 → confidence 자동 상승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1 조직만 보고 — false-positive 가능성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10 조직 보고 — confidence 95%+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OpenCTI 에서 등록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Web UI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API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confidence 의 자동 상승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Report / Note / Opinion 의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Report 의 구조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Note 의 활용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"1.2.3.4 가 ASN 부산데이터센터 — APT 가설 가능"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"Sighting 5건 — 모두 같은 시간대 (UTC 14:00-15:00)"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Opinion 의 활용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"본인 Report 가 confirmed 라 판단" (agrees with)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"본인은 false-positive 라 봄" (disagrees with)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"더 데이터 필요" (neither agrees nor disagrees)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MITRE ATT&amp;CK + Cyber Kill Chain 매핑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Cyber Kill Chain (Lockheed Martin)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Kill Chain ↔ ATT&amp;CK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Hunt 의 ATT&amp;CK 매핑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ISMS-P 2.12 — 보안위반 사고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ISMS-P 2.12 의 4 sub-control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Threat Hunting 의 위치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KISA + 한국 ISAC 공유 모델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KISA 보호나라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한국 침해 사고 분석 + 공유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IOC + TTP + 권장 조치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매년 침해 사고 보고서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보고서의 ATT&amp;CK Technique 분석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본 환경에 적용 가능성 평가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Coverage Matrix 갱신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K-ISAC + 산업 ISAC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금융 ISAC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통신 ISAC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실습 1~5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1 — 가설 설정 + 3 source 조사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2 — 가설 검증 + 결론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3 — 가상 Sighting 작성 (STIX JSON)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4 — Threat Hunting Report 작성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7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MISP 도입 *기획서* + OpenCTI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기획서 4 섹션 모두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비교 매트릭스 13 행 모두 채움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인프라 요구사항 표 6 행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운영 모델 = OpenCTI + MISP 동시 운영 의 *역할 분담* 명시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- 2 endpoint 접근 응답 (폐쇄망 일 시 timeout 정상)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MISP 와 OpenCTI 는 *대체 관계* 가 아닌 *보완 관계* — 둘 다 운영해야 *분석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+ sharing* 의 완성. 한국 환경 에서 *ISAC 가입 의무* 가 있으면 MISP 필수.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MISP 5 핵심 객체 의 *관계 + 사용 시점*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객체 hierarchy 표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Event JSON 의 5 객체 모두 포함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Attribute 의 `to_ids: true` 의 의미 (Wazuh/Suricata 에 적용 여부) 인지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Object 의 *논리적 묶음* — 단순 Attribute 와 차이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Galaxy 는 *재사용* — Event 별 정의 X, 라이브러리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MISP 의 *분석가 productivity* 의 90% 는 5 객체 모델 이해 에서 옴. *Object 사용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vs Attribute 만* 의 차이 가 *분석 품질* 결정.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OpenCTI ↔ MISP **양방향 sync** + circular loop 회피 *3 방법*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양방향 구성도 다이어그램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- 3 회피 방법 비교 표 (4 칼럼 × 3 행)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권장 — 3 방법 *조합* 의 config.yml 예시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검증 결과: 같은 ID 2 회 시도 → 1 회 만 synced (idempotent)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circular loop 가 발생하면 *몇 시간* 안에 *수십만 Event 중복* 누적 → backup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복구 외 해결 없음. 사전 회피 가 *유일* 의 옵션. 3 방법 *각각 의 한계* 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있으므로 *조합* 이 안전.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Sighting + Report **STIX 2.1 object** 작성 + 의미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Sighting + Report JSON 작성 (필수 필드 모두)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필수 필드 표 8 행 채움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Sighting 의 `count` + `first/last_seen` 의 *시간 범위*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Report 의 `object_refs` 에 Sighting + Indicator + ThreatActor 모두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검증 결과: Sighting id 가 Report refs 에 포함 (PASS)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Sighting 가 없으면 *내 환경 의 매치 기록* 없음 → IOC 의 *유효성* 검증 불가.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Report 가 없으면 *분석 결과* 의 *공식 산출물* 없음 → CISO 보고 불가. 두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객체 가 *분석가 daily output* 의 핵심.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Threat Hunting **5 단계** 시뮬 + 실 데이터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단계 표 + 각 단계 산출물 + 도구 명시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Hypothesis = *구체적 actor + TTP + 경로* (추상 X)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Investigation = *N source query* (최소 3)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의심 사례 2-3 건 *시각 + 사용자 + 행위* 명시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검증 query 응답 (alerts.json 빈 시 fixture 주입 가능 명시)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Threat Hunting 은 *unknown unknown* 의 발견 — 룰 없이 도 탐지 가능. SOC 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*성숙도 단계 4* (NIST CSF DE.CM-7) 의 핵심 능력. 5 단계 의 체계적 흐름 이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*재현성* 의 핵심.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TLP 4 등급 적용 + 운영 사고 3 사례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TLP 4 등급 표 + MISP 적용 시점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- 3 사례 × 4 단계 = 12 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사례 2 (TLP 위반) 의 *가장 위험* 강조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자동 검증 시뮬 결과: tlp:red+publish → REJECT, tlp:amber+publish → ALLOW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TLP 위반 = *유출 사고* — 법적 책임 + community 신뢰 손실. 자동 검증 으로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*분석가 실수* 차단 이 필수. 3 사례 의 *day-1 운영 매뉴얼* 학습.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W14 종합 보고서 작성 + W15 (기말) 준비도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- 8 섹션 모두 존재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학습 gap *5+ checkbox*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W15 준비도 *25 TTP + 시간 배분 + 보고서 표준*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sharing 의무 충족 명시 (tlp:amber Event 공유 시뮬)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W14 의 마무리 = W15 의 *시작 준비*. 종합 보고서 + 학습 gap + W15 준비도 의 3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축 이 *학습 완성도* 의 핵심.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