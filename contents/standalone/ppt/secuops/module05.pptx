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Module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Suricata IDS (2) — 룰 작성 심화 (pcre / fast_pattern / flowbits / threshold / suppression)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FD8DC"/>
                </a:solidFill>
              </a:defRPr>
            </a:pPr>
            <a:r>
              <a:t>Suricata 룰 심화 — pcre / fast_pattern / flowbits / threshold / suppression + R/B/P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A4AE"/>
                </a:solidFill>
              </a:defRPr>
            </a:pPr>
            <a:r>
              <a:t>보안솔루션운영 (secops) · 6v6 학습 환경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content modifier 5종 (`nocase` / `depth` / `offset` / `distance` / `within`) 의 의미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HTTP buffer keyword 9종 (`http.uri` / `http.method` / `http.user_agent` /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pcre 정규식 (PCRE2 호환) 의 6 modifier (`i` / `s` / `R` / `U` / `H` / `M`) + content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`fast_pattern` 의 multi-pattern matcher prefilter 효과를 hyperscan SIMD 와 연결해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`flowbits:set / isset / noalert / unset` 4 동작으로 다단계 공격 (401 실패 → /admin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`threshold:type both/limit/threshold, track by_src/by_dst/by_rule, count N, seconds M`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 mode + 3 track 의 효과 차이를 표로 정리한다.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`threshold.config` 의 `suppress` 와 `event_filter` 두 directive 의 운영 위치 (룰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 기술 결합 1 룰 (sid 9005099 — sqlmap UNION SELECT rate-limited) 을 작성·검증·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R/B/P 시나리오 — Red 가 다단계 공격 (login 실패 → admin 접근) → Blue 가 flowbits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보안솔루션운영 (secops) · Module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Module 05 — 이론 +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Suricata IDS (2) — 룰 작성 심화 (pcre / fast_pattern / flowbits / threshold / suppression)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1. 룰 구조 심층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1.1 production-grade 룰 한 줄 — 14 키 분석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1.2 content modifier 5종 — 정확한 매칭 위치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1.3 HTTP sticky buffer 9종 — 매칭 영역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1.4 sticky buffer 와 modifier 결합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2. pcre — 정규식 의 깊이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2.1 syntax + 6 modifier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2.2 자주 쓰는 pcre 패턴 5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2.3 pcre 만 vs content + pcre — 성능 비교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2.4 content + pcre 결합 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3. fast_pattern — multi-pattern matcher 의 prefilter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3.1 동작 원리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3.2 자동 vs 명시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각 룰의 가장 긴 content 를 자동 선택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가장 selective (희소한 byte sequence) 가 좋음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운영자 의도와 불일치 가능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3.3 fast_pattern 선택 기준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3.4 운영 검증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4. flowbits — 다단계 공격 추적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4.1 4 동작 (set / isset / noalert / unset)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4.2 시나리오 — 401 응답 후 같은 conn 에서 /admin 접근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4.3 실측 검증 (2026-05-12)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4.4 flowbits 의 운영 제약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flow 단위 (5-tuple conn). 같은 client 가 새 conn 열면 flag 초기화.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flow timeout (default 60초 ESTABLISHED) 후 flag 만료. long-lived 분석은 flowbits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flow memcap 도달 시 일부 flow context drop → flowbits 가 lost. `flow.memcap` 모니터링.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분산 환경 무용: load balancer 가 같은 client 의 packet 을 다른 Suricata instance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5. threshold — rate-limit (룰 내부 modifier)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5.1 syntax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5.2 3 mode 비교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5.3 3 track 비교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5.4 예 — SSH brute force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6. threshold.config — 운영 통제 (룰 외부)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6.1 directive 2종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6.2 적용 + 검증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6.3 룰 modifier vs threshold.config — 운영 선택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7. suppression — false-positive 차단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7.1 시나리오 — 모니터링 서버의 health check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7.2 IP range suppression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7.3 운영 audit — git 추적 필수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9. 트러블슈팅 — 룰 작성 시 4 흔한 실수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9.1 실수 1 — sticky buffer 와 modifier 순서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9.2 실수 2 — pcre 단독 (성능)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9.3 실수 3 — flowbits 의 flow 경계 무시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9.4 실수 4 — threshold count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10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실습 (Hands-on Lab)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content modifier 5종 + http.uri 결합 룰 (sid 9005041 /admin)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룰 작성 (heredoc 사용 — escape 단순화)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bash -c "cat &gt; /etc/suricata/rules/local.rules &lt;&lt;EOF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(msg:\"6v6 admin path access\"; http.uri; content:\"/admin\"; depth:6; nocase; fast_pattern; classtype:attempted-recon; priority:2; sid:9005041;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syntax 검증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 -T -S /etc/suricata/rules/local.rules 2&gt;&amp;1 | tail -3'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rule-files 등록 확인 (suricata.yaml 이미 local.rules 포함)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"local.rules" /etc/suricata/suricata.yaml'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reload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reload-rules'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트리거 — /admin 으로 GET (대소문자 변형도 매치)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-H "Host: juice.6v6.lab" http://10.20.30.1/admin'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-H "Host: juice.6v6.lab" http://10.20.30.1/ADMIN'    # nocase 검증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4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6. alert 검증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-c "9005041" /var/log/suricata/eve.json 2&gt;/dev/null'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"9005041" /var/log/suricata/eve.json | tail -1 | jq "{sig:.alert.signature, severity:.alert.severity, url:.http.url}"'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syntax 검증: `Notice: ...successfully loaded. Exiting.`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reload: `{"message":"done","return":"OK"}`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6 카운트: **4** (2 curl × 2 NIC sniff)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alert 출력: `{sig:"6v6 admin path access", severity:2, url:"/admin" 또는 "/ADMIN"}`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4 modifier 결합 — `http.uri` (영역) + `content` (패턴) + `depth:6` (URI 첫 6 byte) +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`nocase` (대소문자) + `fast_pattern` (성능). production 룰의 표준 형식.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pcre + content prefilter (한국 주민번호 패턴)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룰 작성 — content prefilter + pcre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bash -c "cat &gt; /etc/suricata/rules/local.rules &lt;&lt;EOF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(msg:\"6v6 RRN in POST body\"; flow:to_server,established; http.request_body; content:\"|2d|\"; nocase; pcre:\"/\\\\d{6}-[1-4]\\\\d{6}/\"; classtype:policy-violation; priority:2; sid:9005002;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검증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 -T -S /etc/suricata/rules/local.rules 2&gt;&amp;1 | tail -3'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reload-rules'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트리거 (POST body 에 가짜 RRN)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-X POST -d "name=hong&amp;rrn=901231-1234567&amp;email=h@a.com" -H "Host: juice.6v6.lab" http://10.20.30.1/'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4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alert 검증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-c "9005002" /var/log/suricata/eve.json 2&gt;/dev/null'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"9005002" /var/log/suricata/eve.json | tail -1 | jq "{sig:.alert.signature, classtype:.alert.category, method:.http.http_method, url:.http.url}"'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syntax pass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reload OK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alert 1+ (POST body 의 RRN 매치)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alert.category: "Potential Corporate Privacy Violation"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개인정보 (RRN / 신용카드 / 이메일) 의 평문 전송 검출. ISMS-P 의 PII 관리 + GDPR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/ 개인정보보호법 의 표준 통제.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flowbits 다단계 추적 (UA test → /admin 접근)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2 룰 작성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bash -c "cat &gt; /etc/suricata/rules/local.rules &lt;&lt;EOF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(msg:\"step1 FlowbitTest UA\"; http.user_agent; content:\"FlowbitTest\"; flowbits:set,fb_test_step1; flowbits:noalert; sid:9005010;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(msg:\"step2 admin after step1\"; http.uri; content:\"/admin\"; flowbits:isset,fb_test_step1; classtype:successful-recon; priority:1; sid:9005011;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검증 + reload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 -T -S /etc/suricata/rules/local.rules 2&gt;&amp;1 | tail -3'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reload-rules'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step1 트리거 (UA 만, state set, alert 없음)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-A "FlowbitTest/1.0" -H "Host: juice.6v6.lab" http://10.20.30.1/'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step2 트리거 (같은 conn 의 /admin 접근, alert 발생)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-A "FlowbitTest/1.0" -H "Host: juice.6v6.lab" http://10.20.30.1/admin'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4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alert 검증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"step1 alert (noalert 이므로 0 이거나 alert event 없음):"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"9005010" /var/log/suricata/eve.json | grep -c "\"event_type\":\"alert\""'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"step2 alert (양 NIC sniff 라 2):"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"9005011" /var/log/suricata/eve.json | grep -c "\"e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단순 content 매칭은 1 packet 의 패턴만 검사. 다단계 침해 (정찰 → 인증 시도 → 권한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상승 → 데이터 유출) 는 한 conn 의 흐름 분석 필요. flowbits 가 in-line 상태 추적의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표준 도구.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threshold rate-limit (룰 modifier 3 mode 비교)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3 sid (limit / threshold / both) 작성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bash -c "cat &gt; /etc/suricata/rules/local.rules &lt;&lt;EOF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(msg:\"thr_limit 10s 5\"; http.user_agent; content:\"ThreshLimit\"; nocase; threshold:type limit, track by_src, count 5, seconds 10; sid:9005020;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(msg:\"thr_thresh 10s 5\"; http.user_agent; content:\"ThreshThr\"; nocase; threshold:type threshold, track by_src, count 5, seconds 10; sid:9005021;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(msg:\"thr_both 10s 5\"; http.user_agent; content:\"ThreshBoth\"; nocase; threshold:type both, track by_src, count 5, seconds 10; sid:9005022;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reload-rules'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10 burst per sid (총 30 packets, 한 src 에서)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sid_ua in "9005020:ThreshLimit" "9005021:ThreshThr" "9005022:ThreshBoth";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UA="${sid_ua##*:}"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ssh 6v6-attacker "for i in 1 2 3 4 5 6 7 8 9 10;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curl -s -o /dev/null -A \"$UA/\$i\" -H \"Host: juice.6v6.lab\" http://10.20.30.1/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done"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5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각 sid 의 alert count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sid in 9005020 9005021 9005022;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CNT=$(ssh 6v6-ips "sudo grep $sid /var/log/suricata/eve.json | grep -c \"\\\"event_type\\\":\\\"a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threshold 의 3 mode 의 운영 효과를 숫자로 비교. limit 은 burst 의 첫 N만, threshold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는 sparse, both 는 limit + threshold 결합. production 권장은 보통 **both** —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짧은 burst 무시 + 지속 공격 sparse alert.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threshold.config 의 suppress + event_filter (운영 통제)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활성 룰 (sid 9005030) 작성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bash -c "cat &gt; /etc/suricata/rules/local.rules &lt;&lt;EOF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(msg:\"6v6 suppress test UA\"; http.user_agent; content:\"SuppTest\"; nocase; sid:9005030;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baseline — suppress 없이 alert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reload-rules'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-A "SuppTest/1.0" -H "Host: juice.6v6.lab" http://10.20.30.1/'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4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"baseline alert (suppress 없음):"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"9005030" /var/log/suricata/eve.json | grep -c "\"event_type\":\"alert\""'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threshold.config 에 suppress 추가 (attacker IP 만 차단)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bash -c "cat &gt; /etc/suricata/threshold.config &lt;&lt;EOF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suppress gen_id 1, sig_id 9005030, track by_src, ip 10.20.31.1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threshold-file 활성화 (suricata.yaml — 이미 활성이거나 아닐 수 있음)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"threshold-file" /etc/suricata/suricata.yaml | head -2'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만약 주석 처리되어 있다면: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sed -i "s|^# threshold-file:|threshold-file:|" /etc/suricata/suricata.yaml' 2&gt;/dev/null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reload + 재트리거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reload-rules'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-A "SuppTest/1.0" -H "Host: juice.6v6.lab" http://10.20.30.1/'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baseline: alert 1+ (양 NIC = 2)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suppress 적용 후: alert 카운트가 **변하지 않음** (이미 적재된 baseline alert + 새 alert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들어오지 않음 — suppress 효과)</a:t>
            </a:r>
          </a:p>
          <a:p>
            <a:pPr>
              <a:defRPr sz="1100">
                <a:solidFill>
                  <a:srgbClr val="222222"/>
                </a:solidFill>
              </a:defRPr>
            </a:pP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&gt; **주의**: `grep -c` 는 누적 카운트라 baseline 후 추가된 alert 가 0 이어야 정상.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&gt; 정확한 측정은 baseline / after delta.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lecture §7 — production 운영의 false-positive 튜닝. 모니터링 서버 / 정상 사용자 IP /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알려진 health check 가 매번 alert 매치 → 운영자가 source-specific suppress 로 차단.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룰 수정 없이 외부 통제 → git audit + 분기 검토 가능.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5 기술 결합 production-grade 룰 (sid 9005099)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종합 룰 작성 (5 기술 결합)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bash -c "cat &gt; /etc/suricata/rules/local.rules &lt;&lt;EOF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(msg:\"6v6 sqlmap UNION SELECT (rate-limited)\"; flow:to_server,established; http.user_agent; content:\"sqlmap\"; fast_pattern; nocase; http.request_body; content:\"union\"; nocase; pcre:\"/\\\\bunion\\\\b\\\\s+\\\\bselect\\\\b/i\"; threshold:type limit, track by_src, count 1, seconds 60; classtype:web-application-attack; priority:1; sid:9005099; rev:1; metadata:created_at 2026_05_11, mitre_tactic_id TA0001;)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syntax 검증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 -T -S /etc/suricata/rules/local.rules 2&gt;&amp;1 | tail -3'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reload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reload-rules'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트리거 — sqlmap UA + UNION SELECT body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-X POST -A "sqlmap/1.5" -d "q=1 UNION SELECT password FROM users" -H "Host: juice.6v6.lab" http://10.20.30.1/'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4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alert 검증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"9005099 alert count:"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"9005099" /var/log/suricata/eve.json | grep -c "\"event_type\":\"alert\""'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"9005099" /var/log/suricata/eve.json | tail -1 | jq "{sig:.alert.signature, sev:.alert.severity, ua:.http.http_user_agent, body:.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syntax pass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alert 1-2 발생 (양 NIC; threshold limit 1 per 60s 라 1만 보일 수도)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alert 의 sig, severity 1, ua=sqlmap/1.5, body 에 UNION SELECT, metadata 의 mitre_tactic_id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production 룰의 표준 형식. 5 기술 결합으로: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**fast_pattern**: hyperscan SIMD prefilter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**content prefilter + pcre**: 정확 + 성능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**flow:to_server,established**: request 방향만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**threshold limit**: alert flood 차단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**classtype + priority + metadata + reference**: audit + IR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**R/B/P** 다단계 공격 + suppression 권장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0. STEP 3 의 flowbits 룰 (9005010 / 9005011) 재활성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bash -c "cat &gt; /etc/suricata/rules/local.rules &lt;&lt;EOF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(msg:\"step1 FlowbitTest UA\"; http.user_agent; content:\"FlowbitTest\"; flowbits:set,fb_test_step1; flowbits:noalert; sid:9005010;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(msg:\"step2 admin after step1\"; http.uri; content:\"/admin\"; flowbits:isset,fb_test_step1; classtype:successful-recon; priority:1; sid:9005011;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reload-rules'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baseline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BEFORE=$(ssh 6v6-ips 'sudo grep "9005011" /var/log/suricata/eve.json | grep -c "\"event_type\":\"alert\""')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"baseline 9005011: $BEFORE"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Red — 다단계 공격 5 cycle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'for i in 1 2 3 4 5;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# step1 — 같은 conn 으로 UA 매치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curl -s -o /dev/null -A "FlowbitTest/$i" -H "Host: juice.6v6.lab" http://10.20.30.1/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sleep 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# step2 — admin 접근 (새 conn 이지만 같은 src)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curl -s -o /dev/null -A "FlowbitTest/$i" -H "Host: juice.6v6.lab" http://10.20.30.1/admin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6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Blue — 9005011 alert delta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AFTER=$(ssh 6v6-ips 'sudo grep "9005011" /var/log/suricata/eve.json | grep -c "\"event_type\":\"alert\""')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"after: $AFTER  delta: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delta: **5 ~ 10** (5 cycle × 1~2 NIC alert)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severity 분포: 1 (priority 1)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suppression 권장 출력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Purple Team standard — Red 의 다단계 공격 → Blue 의 flowbits 매칭 → Purple 의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운영 효과 분석 + 권장. flowbits 의 강점 (다단계 추적) + 한계 (flow 경계, memcap)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모두 가시화.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트러블슈팅 (lecture §9 의 4 실수 시뮬)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=== 실수 1: 5.x 후위 문법 (Suricata 6 에서 silent fail) ===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bash -c "cat &gt; /etc/suricata/rules/local.rules &lt;&lt;EOF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(msg:\"6v6 5x 후위 문법 silent fail\"; content:\"sqlmap\"; http_user_agent; nocase; sid:9005091;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syntax 검증 (silent OK — Suricata 가 무시 가능)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 -T -S /etc/suricata/rules/local.rules 2&gt;&amp;1 | tail -3'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reload + 트리거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reload-rules'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-A "sqlmap/1.5" -H "Host: juice.6v6.lab" http://10.20.30.1/'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4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"5.x 후위 문법 alert (0 또는 매우 적음 예상):"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"9005091" /var/log/suricata/eve.json | grep -c "\"event_type\":\"alert\""'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=== 복구: 6.x 전위 문법 ===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bash -c "cat &gt; /etc/suricata/rules/local.rules &lt;&lt;EOF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(msg:\"6v6 6x 전위 문법 correct\"; http.user_agent; content:\"sqlmap\"; nocase; sid:9005091; rev:2;)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reload-rules'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-A "sqlmap/1.5" -H "Host: juice.6v6.lab" http://10.20.30.1/'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4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"6.x 전위 문법 alert (1+ 정상):"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"9005091" /var/log/suricata/eve.json | grep -c "\"e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- 5.x 후위 문법: alert 0 또는 매우 적음 (Suricata 6 의 silent fail)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- 6.x 전위 문법 (복구): alert 1+ (정상 매치)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drops &lt; 0.01% × decoder.pkts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운영 중 가장 흔한 실수 2 가지 — sticky buffer 문법 변경 + pcre 단독 성능. Suricata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5 에서 6 마이그레이션 시 룰셋의 80% 가 silent fail 경험 → 즉시 alert gap.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종합: 5 기술 결합 + R/B/P 통합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3 룰 + 1 suppress 동시 작성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bash -c "cat &gt; /etc/suricata/rules/local.rules &lt;&lt;EOF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(msg:\"step1 FlowbitTest UA\"; http.user_agent; content:\"FlowbitTest\"; flowbits:set,fb_test_step1; flowbits:noalert; sid:9005010;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(msg:\"step2 admin after step1\"; http.uri; content:\"/admin\"; flowbits:isset,fb_test_step1; classtype:successful-recon; priority:1; sid:9005011;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(msg:\"6v6 sqlmap UNION (rate-limited)\"; flow:to_server,established; http.user_agent; content:\"sqlmap\"; fast_pattern; nocase; http.request_body; content:\"union\"; nocase; pcre:\"/\\\\bunion\\\\b\\\\s+\\\\bselect\\\\b/i\"; threshold:type limit, track by_src, count 1, seconds 60; classtype:web-application-attack; priority:1; sid:9005099;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threshold.config — 9005011 의 alert flood 차단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bash -c "cat &gt; /etc/suricata/threshold.config &lt;&lt;EOF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event_filter gen_id 1, sig_id 9005011, type limit, track by_src, count 1, seconds 30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activate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sed -i "s|^# threshold-file:|threshold-file:|" /etc/suricata/suricata.yaml' 2&gt;/dev/null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- 9005011 delta: 1~4 (5 cycle 이지만 event_filter limit 1/30s 라 1, 양 NIC 까지 2)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- 9005099 delta: 1~2 (룰 자체 threshold limit 1/60s 라 1, 양 NIC 2)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alert flood 차단 성공 출력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production 의 통합 운영. 5 기술 결합 + 외부 통제 (threshold.config) + 다단계 룰 +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alert flood 차단 = 운영 표준. 본 step 이 W05 의 cap stone.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W05 종합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- 6 섹션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- 9 step 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R/B/P 측정값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운영 권장 5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W06 준비도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Suricata 룰 심화 운영 audit 표준.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본 module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C107"/>
                </a:solidFill>
              </a:defRPr>
            </a:pPr>
            <a:r>
              <a:t>다음 module → Module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