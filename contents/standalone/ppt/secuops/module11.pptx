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sysmon-for-linux — eBPF 기반 호스트 이벤트 (신규)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sysmon-for-linux — 설치 + config + Wazuh 통합 + 6 핵심 Event +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sysmon-for-linux 의 정의·역사·라이선스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eBPF 기반 의 동작 + auditd 와의 차이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 핵심 EventID (1 ProcessCreate / 3 NetworkConnect / 11 FileCreate / 등)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config XML 작성 + filter (include / exclude)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SwiftOnSecurity / Olaf Hartong config 의 표준 사용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Wazuh agent 통합 (localfile + decoder + rule)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osquery vs sysmon 의 query-based vs event-driven 비교 + 보완 운영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운영 권장 — 호스트별 + noise 관리 + 분기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11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sysmon-for-linux — eBPF 기반 호스트 이벤트 (신규)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sysmon-for-linux 가 등장한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Linux 의 host 가시화 도구 비교 (2024)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Sysmon (Windows) 의 성공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SOC 의 가장 표준 호스트 도구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30+ EventID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SwiftOnSecurity config 의 community 표준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Sigma rule 의 대부분이 Sysmon 기반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sysmon-for-linux 의 가치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eBPF 기반의 동작 원리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eBPF (extended Berkeley Packet Filter)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Linux kernel 안에 user 정의 bytecode 안전 실행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verifier 가 bytecode 검증 (무한 loop / 비정상 메모리 접근 차단)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JIT compiler 가 kernel native 코드 변환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매우 빠름 + 안전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네트워크 (XDP / tc): 패킷 처리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보안 (sysmon / falco / tetragon): syscall hooking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트레이싱 (bpftrace / bcc): kernel debug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관찰 (Cilium): kubernetes networking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sysmon-for-linux 의 eBPF 활용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9 핵심 EventID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Event 1 — ProcessCreate (가장 핵심)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LOLBin (Living-off-the-Land) detection — 정상 binary 의 악성 사용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parent process tree — "ssh 가 어떻게 spawn 됐는가"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command line 분석 — 의심 인자 (예: base64 -d | sh)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Event 3 — NetworkConnect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C2 communication detection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비정상 outbound (예: bash 가 외부 IP conn — 의심)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DNS exfiltration 의 일부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Event 5 — ProcessTerminate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process lifecycle 추적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config XML 작성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기본 구조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onmatch + condition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운영 권장 config (SwiftOnSecurity / Olaf Hartong)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modular 형식 (각 Technique 별 분리)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ATT&amp;CK 매핑 명시적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본 lab 의 권장 config (간소)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설치 + 가동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Microsoft 공식 APT 저장소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config 설치 + 시작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Wazuh 통합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agent 측 localfile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manager 측 decoder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manager 측 rule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6.4 Wazuh 의 기본 sysmon rule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`0330-sysmon_rules.xml` (base)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`0800-sysmon_id_1.xml` (ProcessCreate — Linux 핵심)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`0810-sysmon_id_3.xml` (NetworkConnect)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`0830-sysmon_id_11.xml` (FileCreate)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`0945-sysmon_id_10.xml` (ProcessAccess)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osquery vs sysmon 비교 + 보완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같은 사건의 두 view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osquery → 헌팅 (특정 시점의 snapshot)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sysmon → 이벤트 stream (실시간 + 짧은 process 포착)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보완 운영 모델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10. 실습 1~5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1 — sysmon 설치 상태 확인 (시뮬)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2 — config XML 작성 + syntax 검증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3 — Event 1 시뮬 (수동 명령)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4 — Wazuh 통합 시뮬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5 — osquery vs sysmon 비교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7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4 호스트 sysmon 설치 상태 + Wazuh 룰 활성 확인 + 6 Event 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4 호스트 sysmon 설치 상태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bastion fw ips web;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printf "%-10s " "$h"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6v6-$h 'command -v sysmon 2&gt;/dev/null || echo NOT_INSTALLED'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Wazuh manager 의 sysmon 룰 (미리 준비됨, 10 종)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'ls /var/ossec/ruleset/rules/ | grep -i sysmon'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9 Event ID 표 + Linux 핵심 6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Event ID | 이름             | Linux 지원 | 학습 활용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1     | ProcessCreate    | ✓          | parent-child 추적 (sshd → curl)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3     | NetworkConnect   | ✓          | outbound IP (T1041 Exfil)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5     | ProcessTerminate | ✓          | 비정상 종료 (crash / anti-forensic)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7     | ImageLoad        | ✓          | DLL/SO injection (T1574)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10    | ProcessAccess    | ✓          | LSASS dump 시도 (T1003)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11    | FileCreate       | ✓          | 신규 binary 드롭 (T1059)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13    | RegistryEvent    | ✗ (Win 만) | Windows 만 — Linux 미해당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22    | DNSEvent         | ✗ (Win 만) | Windows 만 — Linux 는 별 DNS log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ID 23    | FileDelete       | (옵션)     | 안티-포렌식 (T1070.004)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호스트 모두 `NOT_INSTALLED` 현재 상태 (W11 의 시작점)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 의 sysmon 룰 6 종 (0330 / 0800 / 0810 / 0820 / 0830 / 0945) 사전 준비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- 9 Event ID 표 + Linux 핵심 6 (Linux 미해당 2 + 옵션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갭 인지 — sysmon 미설치 = *host event stream 가시화 부재*. W07 의 osquery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는 *snapshot*, W09 의 Wazuh syscheck 는 *FIM* 만 — *실시간 process/network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event* 는 *sysmon 만* 가능. W11 의 본격 설치 가 *T-1 추적* 의 마지막 퍼즐.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sysmon 4 단계 *실 설치* + 의존성 검증 (CURRICULUM 원칙 #8)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단계 설치 명령 (apt repo + 패키지 + config + 시작)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kernel &gt;= 4.18 (실측: 6.8 OK)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auditd 활성 여부 + 충돌 가능성 인지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libbpf 패키지 존재 여부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설치 사전 의존성 점검 = *production fail 회피*. eBPF 의존이라 kernel 버전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auditd 호환 *반드시* 사전 검증. 6v6 의 Ubuntu 22.04 기본 호환 — 다른 환경 (예: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RHEL 8 의 kernel 4.18) 일 시 별 검증.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sysmon config.xml RuleGroup 설계 (Include + Exclude) + XML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Include 9 패턴 + ATT&amp;CK 매핑 표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Exclude 3 패턴 + 근거 표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XML 검증: schema 4.40 + RuleGroup relation=or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balance 인지: include 9 (의심 only) + exclude 3 (noise 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sysmon 의 *효과* = config 의 *품질*. 6v6 환경 적합 + APT TTP 9 패턴 cover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noise exclude 의 *balance* 가 운영 품질. *SwiftOnSecurity sysmon-config*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template 도 참고 (1500+ 라인) — 본 lab 은 *간단 시작* 위 9+3.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Wazuh agent 통합 — ossec.conf localfile 작성 + 기 활성 룰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- 2 ship 방법 비교 (syslog vs journald) — 권장: journald (filter 정확)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 의 10 default 룰 활성 (실측: 0330/0595/0800/0810/0820/0830/0860/0870/0945/0950)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localfile 의 *filter* 가 sysmon.service 만 — 다른 systemd unit noise 차단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sysmon event → syslog/journald → Wazuh agent (localfile) → manager (default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rule 자동 매핑) → alerts.json. *4 hop pipeline* — 어디 가 끊겨도 alert 없음.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각 hop 의 *검증* 이 trouble-shooting 의 핵심.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sysmon R/B/P 시뮬 — base64 reverse shell payload +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Red 시뮬 명령 + 예상 sysmon Event 1 (Image / CommandLine / ParentImage)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예상 Wazuh alert (rule.id 80100, level 5)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Purple 권장 5 (각 항목 *근거 1 문장* 이상)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APT T1059.004 + T1027.002 *복합 매핑* 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sysmon 실 설치 전 R/B/P 시뮬 로 *운영 흐름* 인지. 실 설치 후 첫 분석 시 *예상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vs 실제* 비교 — 학습 효율 ↑. *복합 TTP 매핑* (단일 명령 → 2 ATT&amp;CK) 의 의미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도 인지.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sysmon 운영 트러블슈팅 *4 증상 cheat sheet* + 진단 명령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증상 + 진단 명령 (각 4+) + 해결 권장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증상 별 *근본 원인* 표시 (kernel 호환 / config syntax / decoder 미매핑 / config balance)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cheat sheet 형식 (운영 환경 *복사 붙여넣기* 가능)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중 가장 흔한 4 패턴 진단 cheat sheet — *day-1 운영 매뉴얼* 의 핵심.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신규 분석가 *인수 시점* 첫 학습 자료. 사전 학습 시 *평균 30분 진단 → 3분*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으로 단축.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W11 종합 보고서 + W12 (OpenCTI) 준비도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- 8 섹션 모두 존재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Executive Summary 의 *수치* (4 host / 10 rule)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학습 gap *4+ checkbox*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W12 준비도 *4+ 항목*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W11 종합 보고서 가 *주간 마무리* + *W12 시작 준비*. *sysmon 의 본격 도입* 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관리적 결정 (CISO 보고) + 본인 self-assessment 의 2 효용.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