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OpenCTI (2) — IOC Feed → Wazuh CDB list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OpenCTI 운영 — Connector 활성 + IOC enrichment + Wazuh 본격 통합 + R/B/P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Wazuh CDB list 의 구조 + key-value lookup + .cdb binary index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CDB list 등록 (ossec.conf 의 `&lt;list&gt;`) + 자동 rebuild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rule 의 list lookup (`&lt;list field="..." lookup="..."&gt;...&lt;/list&gt;`)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lookup 모드 5 (address_match_key / match_key / match_key_value 등)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IOC feed 자동 갱신 — cron + abuse.ch / OTX 의 download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OpenCTI Stream Connector — Python script 의 STIX → CDB 변환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Active Response 통합 — CDB 매치 시 fw drop 자동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운영 권장 + alert fatigue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13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OpenCTI (2) — IOC Feed → Wazuh CDB list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Wazuh CDB list 의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CDB 란?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text file (사람 읽기) → ossec-makelists → .cdb binary index</a:t>
            </a:r>
          </a:p>
          <a:p>
            <a:pPr lvl="2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manager 가 alert 처리 시 lookup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CDB list 의 가치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사용 시나리오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CDB list 의 형식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단순 텍스트 형식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키 의 종류 5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.cdb binary 생성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2.4 CDB list 의 위치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ossec.conf 의 CDB list 등록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ruleset 섹션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적용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검증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rule 의 list lookup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기본 syntax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lookup 모드 5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address_match_key 의 동작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4.4 if_sid + list 결합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4.5 결과: alert level 자동 상승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IOC Feed 자동 갱신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abuse.ch URLhaus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cron 자동화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OTX AlienVault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5.4 OpenCTI Stream Connector (W12 참조 — 본 주차 핵심)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Active Response 통합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CDB list 매치 → 자동 차단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firewall-drop 의 동작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alert → AR 의 전체 흐름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8. 운영 권장 + alert fatigue 방지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8.1 alert fatigue 의 문제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8.2 CTI 통합 의 효과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8.3 운영 사이클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ATT&amp;CK + 한국 표준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9.1 ATT&amp;CK Detect 매핑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9.2 ISMS-P 2.10.7 + 2.6.4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2.10.7 보안위협 대응 — CTI 통합으로 사전 차단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2.6.4 네트워크 침입탐지 — Suricata + Wazuh 통합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9.3 KISA 의 IOC 공유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7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4 external Connector 활성 *계획서*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connector 매트릭스 (8 항목 모두 채움)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API key 발급 절차 명시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우선순위 *근거* 1 문장 이상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retention 정책 *근거*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external connectivity 4 endpoint *접근 가능* 응답 (1xx/2xx/3xx)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OpenCTI 는 *그 자체* 가 위협 정보 가 아님 — *연동된 source* 가 위협 정보. 4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connector 의 활성 *순서* + *retention* + *우선순위* 가 운영 품질 의 핵심.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한국 환경 = MITRE + OTX + URLhaus + AbuseIPDB 의 4 가 *기본 셋*, KISA C-TAS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는 별 차수.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3 enrichment Connector 활용 *시나리오*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항목 (input / output / 시나리오) 매트릭스 채움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우선순위 ★ 부여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rate limit 정책 명시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- 3 검증 명령 응답 (geoip 로컬 / whois / VT endpoint 4xx 도 정상)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Wazuh alert 의 raw IP/hash/domain 만 으로는 *판단 불가* — enrichment 가 *맥락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(country / first_seen / 등록자)* 을 붙여 *false positive 제거 + true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positive 격상* 의 두 효과. SOC L1 의 90% 가 *enrichment 결과* 로 결정.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Python Stream Connector (OpenCTI → Wazuh CDB sync)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- 6 핵심 요소 모두 코드에 포함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syntax 검증 OK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코드 의 *결정성* (같은 input → 같은 cdb-test) 확인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diff sync 의 *2 단계* (read existing → write new) 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OpenCTI 의 IOC 가 Wazuh 의 alert 격상 으로 즉시 연결되어야 SOC 의 *T-1 추적*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가능. Stream Connector 가 없으면 분석가 가 *수동 lookup* — 평균 30 분 delay,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false negative 다수.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OpenCTI 6 UI 화면 + MITRE Navigator 통합 *워크플로우*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- 6 화면 표 (4 칼럼) 모두 채움 + *사용 시점* 명시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MITRE Navigator 워크플로우 4 단계 다이어그램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매월 coverage report 표 — 최소 5 tactic + gap 수치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Navigator layer json 의 *3 핵심 필드* (version / name / techniques) 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OpenCTI 의 6 화면 은 *분석가 일일 워크플로우* 의 단계 — 화면 간 *전환 순서*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가 분석 품질 결정. MITRE Navigator overlay 는 *방어 측 자가 진단* — coverage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61% 같은 *정량 수치* 가 CISO 보고 의 핵심.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Red/Blue/Purple **IOC enrichment → alert 격상** 시나리오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단계 시나리오 다이어그램 (Red → Blue 2 → Enrichment → Purple)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- 5 차원 enrichment context (GeoIP / WHOIS / VT / Tags / MITRE)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- 4 검증 명령 모두 실행 (출력 비어도 *왜* 인지)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level 격상 의 *2 단계* (3 → 10 → 12) 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*raw alert* 만으로는 SOC 의 *대응 우선순위* 결정 불가 — *enrichment context*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가 *대응 결정* 의 핵심. APT28 attribution + Russia AS12345 + VT 62% 의 3 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만으로도 *분석가 0초* 에 *critical* 판단 가능. R/B/P 의 *통합 운영* 의 정점.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운영 사고 분석 (3 실 사례) + 근본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- 3 사례 × 4 단계 = 12 셀 모두 채움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모니터 지표 *구체적* (count / size / quota 등)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단기 vs 장기 *구분* — 단기 = 즉시 적용, 장기 = 정책 변경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- 3 검증 명령 응답 (없어도 *왜* 인지)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엔지니어 *인수* 시점에 *3 대표 사고* 의 패턴을 인지해야 *예방* 가능. 본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step 의 12 셀 표 가 *day-1 운영 매뉴얼* 의 핵심. 사고 발생 후 *학습* 보다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*사전 인지* 가 훨씬 효율적.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W13 종합 보고서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- 8 섹션 (`## 1. ... ## 8.`) 모두 존재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각 섹션 5+ 라인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Executive Summary 의 *coverage 수치* 명시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학습 gap 의 *checkbox* 4 항목 이상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W14 (MISP) 준비도 *3 항목 이상*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종합 보고서 가 *주간 마무리* 의 핵심 — *임원 보고* + *본인 self-review* + *다음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주차 진입 준비* 의 3 효용. 본 보고서 가 *교과 평가* 의 핵심 산출물.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