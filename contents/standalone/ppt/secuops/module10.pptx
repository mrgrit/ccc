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Wazuh dashboard + 통합 운영 (osquery + ModSec audit + FIM + Active Response)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Wazuh dashboard + 통합 운영 — osquery / ModSec audit / FIM / Active Response /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dashboard 의 5 main panel (Overview / Agents / Modules / Discovery / Rules)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OpenSearch indexer (9200) 의 색인 + 쿼리 + dashboard 의 backend 역할.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인증 — admin / 또는 LDAP / SSO 통합 + RBAC.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ModSec audit ship — web agent 의 ossec.conf 의 `&lt;localfile&gt;` 에 modsec_audit.log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osquery 통합 설계 — 6v6 의 osqueryd 미운영 → daemon enable + scheduled query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syscheck FIM — manager + agent 측 `&lt;syscheck&gt;` directive + frequency + 알림 룰.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Active Response — manager 측 명령 정의 + agent 측 실행 + nftables 자동 차단.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dashboard 트러블슈팅 4 패턴 — indexer 동기화 / login 실패 / panel 빈 화면 / alert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R/B/P 시나리오 — Red 가 XSS 5 burst → 5 source (Suricata / ModSec / Apache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10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Wazuh dashboard + 통합 운영 (osquery + ModSec audit + FIM + Active Response)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dashboard 의 자리 — SOC 의 single pane of glass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데이터 흐름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6v6 접근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인증 — default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5 main panel — 운영자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Overview panel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alert level 분포 (parallel coordinate)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rule.id top 10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agent 별 alert 수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timeline (24h / 7d / 30d)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Agents panel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agent 별 상태 (Active / Disconnected / Pending)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마지막 keepalive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agent IP / OS / version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Modules panel — 8+ 모듈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ModSec audit ship — web agent 의 localfile 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현재 상태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추가 패치 (시뮬)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적용 + 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osquery 통합 설계 — daemon enable + log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현재 상태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통합 설계 (3 단계)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통합 효과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4 호스트의 host visibility 가 dashboard 의 1 panel 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FIM (file_events) + scheduled query 모두 자동 alert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baseline diff — 분기 검토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syscheck FIM — Wazuh 자체 FIM 모듈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ossec.conf 의 `&lt;syscheck&gt;` directives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`realtime="yes"`: inotify 기반 실시간 (FIM)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`frequency 3600`: 1시간 마다 전체 스캔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`check_all="yes"`: 모든 속성 (size / hash / mtime / owner)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syscheck 룰 — Wazuh default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osquery FIM 과의 비교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Active Response — 자동 차단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동작 원리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manager 측 ossec.conf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7.3 agent 측 — firewall-drop 스크립트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7.4 위험 + 운영 권장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자기 차단 위험: 운영자 IP 가 IOC 매치 시 자기 차단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방어: `&lt;allow_list&gt;` 에 운영자 IP / subnet 추가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timeout: 너무 짧으면 효과 없음, 너무 길면 정상 사용자 차단 지속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로그: `/var/ossec/logs/active-responses.log` 에 모든 AR 기록 + git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8. 트러블슈팅 — dashboard 운영 4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8.1 패턴 1 — login 실패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8.2 패턴 2 — panel 빈 화면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8.3 패턴 3 — alert 지연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8.4 패턴 4 — RBAC 권한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사례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9.1 ISMS-P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9.2 NIST CSF — RS.RP (Response Planning)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9.3 운영 사고 3 사례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10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dashboard 접근 + 인증 + OpenSearch indexer 활성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3 컨테이너 활성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'docker ps --format "{{.Names}}\t{{.Status}}" | grep -E "siem|wazuh-indexer|wazuh-dashboard"'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dashboard listen port (컨테이너 내부)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6v6-wazuh-dashboard 'sudo ss -tlnp 2&gt;&amp;1 | grep 5601 | head' 2&gt;/dev/null || echo "ss 미설치 — netstat 대체"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HAProxy 의 dashboard backend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grep -A2 "backend dashboard" /etc/haproxy/haproxy.cfg'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외부 접근 (학생 PC 가 siem.6v6.lab 로)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curl -k -o /dev/null -s -w "HTTPS: %{http_code}\n" -H "Host: siem.6v6.lab" "https://10.20.30.1/"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curl -k -L -o /dev/null -s -w "redirect: %{http_code}\n" -H "Host: siem.6v6.lab" "https://10.20.30.1/login"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indexer 활성 (manager 측에서 internal)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'curl -k -u admin:admin https://10.20.32.110:9200/_cluster/health 2&gt;&amp;1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filebeat 상태 (docker 컨테이너 = PID 1 systemd 없음 → pgrep 으로 process 확인)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pgrep -af filebeat | head -3 || sudo ps -ef | grep filebeat | grep -v grep | head -3'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- 3 컨테이너 (siem / wazuh-indexer / wazuh-dashboard) 모두 Up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dashboard 의 5601 listen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HAProxy 의 backend dashboard (TLS passthrough)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외부 접근 → 302 또는 401 (인증 필요)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indexer 의 cluster health (auth 후)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filebeat ship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인수 30초 — dashboard + indexer + filebeat 가 살아 있어야 SIEM 의 운영 가시성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유지.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5 main panel (Overview / Agents / Modules / Discovery / Rules) 인지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5 panel URL 패턴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Overview         — https://siem.6v6.lab/app/wazuh#/overview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Agents           — https://siem.6v6.lab/app/wazuh#/agents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Modules          — https://siem.6v6.lab/app/wazuh#/modules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├── Security events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├── Integrity monitoring (FIM)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├── Vulnerability detection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├── Configuration assessment (SCA)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├── Regulatory compliance (PCI/HIPAA/GDPR)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└── MITRE ATT&amp;CK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Discovery        — https://siem.6v6.lab/app/discover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Management/Rules — https://siem.6v6.lab/app/wazuh#/manager/?tab=ruleset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indexer 의 wazuh-alerts-* 색인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'curl -k -u admin:admin "https://10.20.32.110:9200/_cat/indices/wazuh-*?h=index,docs.count,store.size" 2&gt;&amp;1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KQL 쿼리 예시 (시뮬)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KQL 쿼리 예 (Discovery panel):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rule.level &gt;= 7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rule.id: "86601" AND agent.name: "ips"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data.alert.signature_id: "9009001"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timestamp: [now-1h TO now]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dashboard 의 RBAC roles (시뮬)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RBAC roles 예: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admin       — all access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readonly    — view only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analyst     — view + investigate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responder   — view + Active Response 실행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panel URL 패턴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indexer 의 wazuh-alerts-* 색인 (alerts.json 의 doc 수)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KQL 쿼리 syntax 인지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RBAC roles 4 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SOC 분석가의 일상 작업 — dashboard 의 5 panel 항상 사용. URL + KQL 익숙해지면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5분 → 30초로 분석 시간 단축.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ModSec audit ship 설계 + 패치 시뮬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현재 상태 — web 의 ossec.conf 에 modsec_audit 없음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현재 상태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grep -c "modsec_audit" /var/ossec/etc/ossec.conf'    # 0 예상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patch 시뮬 (실 적용 X — 학습용)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Patch 시뮬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/var/ossec/etc/ossec.conf 의 &lt;ossec_config&gt; 안 (web agent)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&lt;log_format&gt;json&lt;/log_format&gt;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&lt;location&gt;/var/log/apache2/modsec_audit.log&lt;/location&gt;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&lt;/localfile&gt;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Wazuh ruleset 의 Apache 룰 활성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 apache rule 활성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/var/ossec/ruleset/rules/ | grep -iE "apache|modsec"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head -10 /var/ossec/ruleset/rules/0250-apache_rules.xml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적용 절차 (시뮬, 실 적용 시 단계)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적용 절차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1. ossec.conf 패치 (web agent)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2. wazuh-control restart (web)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3. attacker XSS 트리거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4. alerts.json 의 web agent + apache 룰 매치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실 적용 시 검증 명령 (학습용)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검증 명령 (실 적용 후)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"BEFORE=\$(ssh 6v6-siem 'sudo wc -l /var/ossec/logs/alerts/alerts.json')"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"ssh 6v6-attacker 'curl -H \"Host: juice.6v6.lab\" http://10.20.30.1/?q=&lt;script&gt;'"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"AFTER=\$(...) — agent.name web 매치 확인"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현재 web agent 에 modsec_audit 미설정 (count 0)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Patch 시뮬 (3 라인 localfile)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 의 0250-apache_rules.xml 활성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적용 절차 + 검증 명령 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6v6 의 운영 갭 보완 — ModSec audit log 가 manager 로 ship 되어야 dashboard 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Modules &gt; Security events 에 web agent 의 알람 표시.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osquery 통합 설계 (osqueryd enable + log ship)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현재 상태 (W07 에서 확인)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systemctl status osqueryd 2&gt;&amp;1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ls /etc/osquery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ls /var/log/osquery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통합 설계 — 3 단계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3 단계 통합 설계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[1] osquery.conf 작성 (4 호스트 공통)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file_paths (system_etc / ssh_keys / cron_paths)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schedule (process_snapshot / new_users / listening_ports / file_changes)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logger_path /var/log/osquery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[2] osqueryd enable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sudo systemctl enable --now osqueryd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sudo systemctl status osqueryd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[3] Wazuh agent 의 localfile 추가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&lt;log_format&gt;json&lt;/log_format&gt;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&lt;location&gt;/var/log/osquery/osqueryd.results.log&lt;/location&gt;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&lt;/localfile&gt;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Wazuh ruleset 의 osquery 룰 활성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 osquery rule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/var/ossec/ruleset/rules/ | grep osquery'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grep -l "osquery" /var/ossec/ruleset/decoders/*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통합 후 효과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통합 후 효과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dashboard 의 Modules &gt; File Integrity Monitoring 에 osquery file_events 표시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Discovery 에서 rule.groups: "osquery" 필터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new_users alert 자동 발생 (60-600초 polling)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- baseline 의 diff 분기 검토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osqueryd 미운영 + /etc/osquery 없음 (현재 상태)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- 3 단계 통합 설계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 의 0545-osquery_rules.xml 활성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통합 후 효과 4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W07 의 osquery (ad-hoc only) → 운영 grade 통합 (daemon + scheduled + ship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dashboard). production 시 매주 baseline diff + anomaly alert.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syscheck FIM directives + 트리거 + alerts.json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manager 의 syscheck 설정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grep -B1 -A15 "&lt;syscheck&gt;" /var/ossec/etc/ossec.conf 2&gt;&amp;1 | head -30'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agent 측 (web) 의 syscheck 활성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grep -B1 -A5 "&lt;syscheck&gt;" /var/ossec/etc/ossec.conf 2&gt;&amp;1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baseline alerts.json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BEFORE=$(ssh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"baseline: $BEFORE"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파일 변경 트리거 (web /etc/passwd touch)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"touch /etc/passwd"'   # mtime 변경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15   # syscheck realtime + ship + analysisd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rule 550 검색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AFTER=$(ssh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"after: $AFTER  delta: $((AFTER - BEFORE))"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-20 /var/ossec/logs/alerts/alerts.json | jq "select(.rule.groups | contains([\"syscheck\"])) | {rule_id:.rule.id, desc:.rule.description, agent:.agent.name}"' 2&gt;&amp;1 | head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realtime vs scheduled (frequency 차이)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syscheck 의 두 모드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realtime="yes"  — inotify 즉시 (1-2초 지연)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frequency 3600  — 1시간 마다 전체 스캔 (hash 비교)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manager + agent 의 syscheck 정의 (보통 /etc/ + /root/.ssh 등)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baseline / after delta (1+ 가 syscheck 동작 흔적)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rule 550 또는 비슷한 syscheck rule 매치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realtime vs scheduled 차이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Wazuh 자체 FIM 동작 + alerts.json 적재 검증. dashboard 의 Modules &gt; Integrity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monitoring 에서 시각화.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Active Response 시뮬 + active-responses.log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manager 의 active-response 설정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grep -B1 -A8 "&lt;active-response&gt;" /var/ossec/etc/ossec.conf 2&gt;&amp;1 | head -30'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agent 의 firewall-drop 스크립트 (자동 생성)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ls /var/ossec/active-response/bin/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cat /var/ossec/active-response/bin/firewall-drop 2&gt;&amp;1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active-responses.log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-10 /var/ossec/logs/active-responses.log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AR 활성 시뮬 (시뮬 — 실 적용 안 함)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AR 활성 패치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&lt;!-- /var/ossec/etc/ossec.conf --&gt;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&lt;active-response&gt;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&lt;command&gt;firewall-drop&lt;/command&gt;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&lt;location&gt;local&lt;/location&gt;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&lt;rules_id&gt;5712,9009001&lt;/rules_id&gt;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&lt;timeout&gt;600&lt;/timeout&gt;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&lt;/active-response&gt;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&lt;allow_list&gt;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&lt;ip&gt;192.168.0.0/24&lt;/ip&gt;      &lt;!-- 운영자 PC subnet --&gt;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&lt;ip&gt;10.20.30.201&lt;/ip&gt;         &lt;!-- bastion --&gt;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&lt;/allow_list&gt;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운영 위험 + 권장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운영 위험 + 권장 5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위험 1: 운영자 IP 자기 차단 → allow_list 사전 정의 필수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위험 2: timeout 너무 짧음 (1분) → 정상 사용자도 차단 지속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위험 3: timeout 너무 김 (1일) → 정상 사용자 장기 차단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위험 4: false-positive 매치 시 정상 IP 차단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위험 5: AR 의 race condition (동시 alert)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권장: timeout 600 (10분) + allow_list + DetectionOnly 1주 시뮬 + active-responses.log audit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manager 의 active-response 설정 (활성 또는 비활성)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agent 의 firewall-drop 스크립트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active-responses.log (비어 있을 수도)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AR 활성 패치 시뮬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위험 5 + 권장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자동 차단의 운영 위험. AR 도입 전 allow_list + timeout + DetectionOnly 사전 검증 필수.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**R/B/P** XSS 5 burst → 5 source dashboard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BEFORE=$(ssh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"baseline: $BEFORE"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Red 5 burst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Red 5 XSS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i in 1 2 3 4 5;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code=$(ssh 6v6-attacker "curl -s -o /dev/null -w '%{http_code}' -H 'Host: juice.6v6.lab' 'http://10.20.30.1/?q=&lt;script&gt;alert($i)&lt;/script&gt;'")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  burst $i → $code"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Blue — alerts.json delta + source 분석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AFTER=$(ssh 6v6-siem 'sudo wc -l /var/ossec/logs/alerts/alerts.json | awk "{print \$1}"')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DELTA=$((AFTER - BEFORE))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"Blue: delta = $DELTA"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rule.groups 분포 (source 별)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source 분포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"sudo tail -$DELTA /var/ossec/logs/alerts/alerts.json 2&gt;/dev/null | jq -r '.rule.groups | join(\",\")' | sort | uniq -c | sort -rn | head -10"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agent.name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agent 분포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"sudo tail -$DELTA /var/ossec/logs/alerts/alerts.json 2&gt;/dev/null | jq -r '.agent.name' | sort | uniq -c"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rule.id top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rule.id top 5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"sudo tail -$DELTA /var/ossec/logs/alerts/alerts.json 2&gt;/dev/null | jq -r '.rule.id' | sort | uniq -c | sort -rn | head -5"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Purple — dashboard 권장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Purple 권장 5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1. Discovery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delta 5+ (Suricata 10 + ModSec 5 + 기타 source)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source 분포 — ids / suricata / apache / web-application-attack 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agent 분포 — ips 다수 + web (modsec ship 활성 시)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rule.id top 5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Purple 권장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multi-source SIEM 의 표준 R/B/P. 동일 공격이 여러 source 매치 → 통합 분석.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트러블슈팅 (login 실패 / panel 빈 화면 / alert 지연)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패턴 1 — login 실패 진단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패턴 1: login 실패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6v6-wazuh-dashboard 'sudo ls /var/log/wazuh-dashboard/ 2&gt;&amp;1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진단: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dashboard container log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indexer 의 internal_users.yml 의 password hash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wazuh-passwords-tool 로 reset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패턴 2 — indexer 색인 (filebeat → indexer)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패턴 2: panel 빈 화면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ps -ef | grep filebeat | grep -v grep | head -2' 2&gt;/dev/null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'curl -k -u admin:admin "https://10.20.32.110:9200/_cat/indices/wazuh-*?h=index,docs.count" 2&gt;&amp;1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패턴 3 — alert 지연 (manager 부하)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패턴 3: alert 지연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/var/ossec/queue/sockets/ 2&gt;&amp;1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wc -l /var/ossec/logs/alerts/alerts.json /var/ossec/logs/alerts/alerts.log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진단 cheat sheet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cheat sheet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login 실패     → dashboard log + internal_users.yml + passwords-tool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panel 빈 화면 → filebeat + indexer 색인 + time range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지연    → manager queue + filebeat spool + indexer disk I/O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RBAC 권한    → dashboard 의 Security &gt; Roles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dashboard log 위치 + login 진단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filebeat + indexer 색인 활성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manager queue + alerts log 크기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cheat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중 dashboard 가 갑자기 안 보임 → 30초 진단 cheat sheet.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sysmon-for-linux 미설치 인지 + W11 준비도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sysmon 설치 상태 (4 호스트)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fw ips web bastion;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printf "%-8s " "$h"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6v6-$h 'command -v sysmon 2&gt;/dev/null || echo NOT_INSTALLED'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Wazuh 의 sysmon 룰 활성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 sysmon 룰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ls /var/ossec/ruleset/rules/ | grep sysmon'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W11 설계 — 설치 + decoder + log ship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W11 사전 설계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[1] sysmon-for-linux 설치 (4 호스트):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curl -O https://github.com/Sysinternals/SysmonForLinux/releases/...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sudo dpkg -i sysmon-for-linux_*.deb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[2] sysmon config (config.xml):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 ProcessCreate event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 NetworkConnect event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 FileCreate event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[3] sysmon 시작 + log path: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sudo sysmon -accepteula -i config.xml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# log: /var/log/syslog 또는 journal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[4] Wazuh agent 의 localfile: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&lt;log_format&gt;syslog&lt;/log_format&gt;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&lt;location&gt;/var/log/syslog&lt;/location&gt;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&lt;/localfile&gt;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[5] Wazuh 룰 활성 (이미 default):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/var/ossec/ruleset/rules/0800-sysmon_id_1.xml (ProcessCreate)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/var/ossec/ruleset/rules/0810-sysmon_id_3.xml (NetworkConnect)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/var/ossec/ruleset/rules/0830-sysmon_id_11.xml (FileCreate)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sysmon vs osquery 비교 (운영 권장)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sysmon vs osquery 운영 비교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sysmon-for-l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호스트 모두 sysmon 미설치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 ruleset 의 0800/0810/0830 등 sysmon 룰 활성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W11 설계 5 단계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sysmon vs osquery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W11 의 본격 설치 전 사전 설계 + 운영 갭 인지. sysmon 의 event stream 이 osquery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의 snapshot 을 보완.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W10 종합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- 6 섹션 + 9 step 표 + 6v6 갭 4 + R/B/P + 권장 5 + W11 준비도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dashboard + 통합 운영 audit 표준.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