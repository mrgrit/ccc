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보안 솔루션 개론 + 6v6 4-tier 인프라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6v6 4-tier 인프라 헬스체크 + Red/Blue/Purple 통합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5종 보안 솔루션 (방화벽 / IPS / WAF / SIEM / 호스트 가시화) 의 역할·계층·차이점을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Defense in Depth 원리에 따라 6v6 4-tier (`ext → pipe → dmz → int`) 가 어떻게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bastion ProxyJump 모델로 16개 컨테이너 전부에 SSH 진입하고, 각 컨테이너에서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fw HAProxy 의 6개 backend 라우팅 (waf / waf_tls / dashboard / portal / bastion /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attacker 컨테이너에서 가벼운 공격 (curl XSS / sqlmap UA) 을 발생시키고, 같은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본 주차의 모든 명령·결과·헬스체크 표를 1페이지 보고서로 정리하고, 본인이 발견한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보안솔루션운영 (secops) · Module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01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보안 솔루션 개론 + 6v6 4-tier 인프라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0.5 신입생 친화 핵심 용어 개념 설명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0.5.1 HAProxy — 호텔 컨시어지 비유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방문객을 맞이한다.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"어느 객실에 가시나요?"라고 의도를 확인한다.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객실 번호와 층을 직접 안내한다.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의도가 불분명한 방문은 거절한다.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이 요청은 어느 host에 대한 것인가? → `Host:` 헤더를 확인한다.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그 host에 적절한 내부 server는 어디인가? → backend를 선택한다.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같은 backend에 server가 여러 대라면 어디로 보낼까? → load balancing.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결정된 backend의 server로 요청을 전달한다.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`waf` — 정상 HTTP web 요청을 WAF로 전달한다.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1. 보안 솔루션이 왜 5종이나 필요한가?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1.1 한 줄 답: 단일 방어선은 우회 한 번에 무너지기 때문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1.2 실 침해 사례 3건 (이 강의의 동기)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1.3 Defense in Depth — 4 계층 정식 모델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1.4 6v6 의 4-tier 가 곧 이 4 계층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5종 보안 솔루션 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2.1 방화벽 — `6v6-fw`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운영체제: Ubuntu 22.04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도구: nftables (Linux 커널 표준, iptables 후속)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추가: HAProxy (L7 host-header 라우팅), 동일 컨테이너에서 같이 동작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인터페이스: `ext` 의 .1 (10.20.30.1) ↔ `pipe` 의 .1 (10.20.31.1) — 라우터 모드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외부 노출: TCP 80 / 443 / 9100 (호스트 포트와 매핑)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L3/L4 헤더만 본다 → SQL Injection, XSS 같은 L7 payload 공격은 통과시킨다 → WAF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암호화된 트래픽 (HTTPS) 의 내부 페이로드는 보지 못함 → IDS 필요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2.2 IDS / IPS — `6v6-ips`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도구: Suricata 6.0.4 (Ubuntu 22.04 패키지)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3. 6v6 4-tier 토폴로지 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3.1 전체 그림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3.2 컨테이너 16개 상세 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3.3 외부 노출 포트 5종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3.4 vhost 매핑 (host header 별 라우팅)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3.5 fw HAProxy 라우팅 6 backend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3.6 패킷 흐름 — 학생 트래픽 vs 운영 트래픽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3.7 SSH ProxyJump 모델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 실습 안내 (총 6 실습)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이 실습을 왜 하는가? — 학습의 동기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이걸 하면 무엇을 알 수 있는가? — 기대 산출물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결과 해석 — 정상/비정상 구분 기준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실전 활용 — 운영 시 사용 시점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1 — bastion 점프 + 16 컨테이너 가시화 (25분)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2 — fw nftables + HAProxy 헬스체크 (15분)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3 — ips Suricata 헬스체크 (15분)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4 — web Apache + ModSecurity 헬스체크 (15분)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5 — siem Wazuh manager + 3 agent 헬스체크 (20분)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6 — Red/Blue/Purple 통합 시나리오 — 공격 1건의 5 흔적 추적 (25분)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5.7 R/B/P 공격 분석 케이스 확장 (본 주차 추가)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5.7.0 R/B/P 일상 비유 — 도둑/경찰/보안 컨설턴트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Red (도둑). 가게의 약점을 찾기 위해 다양한 침입 시도를 한다. 자물쇠 picking, 창문 깨기, 종업원 사칭 같은 시도가 모두 여기에 해당한다. 도둑의 시도는 가게의 약점을 드러내는 출발점이다.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Blue (경찰). 도둑의 시도를 CCTV, 경보기, 출입 기록 같은 도구로 분석하고 즉시 대응한다. 분석이 잘되면 도둑을 현장에서 체포할 수 있다.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Purple (보안 컨설턴트). 도둑과 경찰의 협업이 끝난 뒤 가게의 보안 자체를 개선한다. 새 자물쇠 설치, CCTV 추가, 직원 교육 등이 여기에 속한다.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재현 가능성. 학생이 학습 환경의 attacker VM에서 직접 공격을 재현할 수 있어야 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도구 UI 위주. curl이나 script로 우회하지 않는다. Wazuh Dashboard, Kibana, OpenCTI UI, Suricata Hunter 등을 직접 클릭한다.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신입생 친화. 도구 UI의 첫 화면, 메뉴 위치, 버튼 클릭 흐름을 자세히 설명한다.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윤리 강제. 학습 환경 안에서만 시도한다. attacker VM (192.168.0.112) 외부 시스템을 대상으로 한 시도는 절대 금지다.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케이스 1: SSH brute force를 Wazuh Dashboard로 분석한다.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케이스 2: 외부 port scan을 Suricata alert로 분석한다.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6. 사례 분석 — KISA + ISMS-P + NIST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6.1 KISA 보호나라 2024 침해사고 분석 (요약)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6.2 ISMS-P 통제 매핑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6.3 NIST CSF 5 function 매핑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7.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A. 토폴로지 재현 (필수, 30점)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컨테이너 이름·IP·역할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4 bridge (ext / pipe / dmz / int) 의 subnet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HAProxy 의 6 backend 라우팅 화살표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호스트 노출 포트 5개 (80/443/2204/2202/9100) 의 매핑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B. 헬스체크 보고서 (필수, 50점)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6 step 종합 표 (pass / partial / fail + 근거)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본인 발견 비정상 / 의문점 1건 (없으면 "정상" + 근거)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Red/Blue/Purple 실습 6 의 4 도구 흔적 첨부 (jq 출력)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C. KISA 사례 매핑 (심화, 20점)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12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bastion 컨테이너에 SSH 진입 후 `docker ps` 로 6v6 의 **16개 컨테이너**가 모두</a:t>
            </a:r>
          </a:p>
          <a:p>
            <a:r>
              <a:t>`Up` 상태인지 확인한다.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학생 PC 터미널에서 정확히 다음 3 명령을 순서대로 실행: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컨테이너 16개 모두 출력 (bastion, attacker, fw, ips, web, siem, wazuh-indexer,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wazuh-dashboard, portal, juiceshop, dvwa, neobank, govportal, mediforum,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adminconsole, aicompanion)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모든 라인의 상태가 `Up` 으로 시작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- 3번 명령 결과가 빈 결과 (= 비정상 0건)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보안 운영자는 인프라 인수 시 첫 30초 안에 자산 인벤토리를 확보해야 한다. 6v6 는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16개 컨테이너의 단일 진입점 (bastion) 을 두어 ISMS-P 2.5 (인증·권한관리) 의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single point of access 원칙을 모사한다.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ProxyJump 통과 검증 — **fw / ips / web / siem 4 컨테이너에 순차 진입** 후</a:t>
            </a:r>
          </a:p>
          <a:p>
            <a:r>
              <a:t>hostname 응답 확인.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h in fw ips web siem;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echo "=== 6v6-$h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ssh -o ConnectTimeout=5 6v6-$h hostname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`=== 6v6-fw ===` 다음 줄에 `fw` 출력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`=== 6v6-ips ===` 다음 줄에 `ips` 출력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`=== 6v6-web ===` 다음 줄에 `web` 출력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`=== 6v6-siem ===` 다음 줄에 `wazuh.manager` 출력 (siem 컨테이너 hostname)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- 4 hostname 모두 응답이 나와야 정상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6v6 의 단일 진입점 정책 검증. 학생 PC 에서 fw/ips/web/siem 의 IP 로 **직접 접속은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불가** (docker bridge 가 학생 PC LAN 에 라우팅 없음). bastion (6v6-host port 2204)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만이 유일한 진입점.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fw 컨테이너의 nftables ruleset (3 table) + HAProxy 6 backend + host header 4</a:t>
            </a:r>
          </a:p>
          <a:p>
            <a:r>
              <a:t>라우팅을 확인한다.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nftables 3 table 가시화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tables 2&gt;&amp;1 | grep -v "^XT"'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forward chain 정책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chain inet six_filter forward'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HAProxy frontend + backend 정의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grep -E "^(backend|frontend)" /etc/haproxy/haproxy.cfg'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4 host header 라우팅 실측 (attacker 에서)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h in juice.6v6.lab siem.6v6.lab portal.6v6.lab bastion.6v6.lab;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code=$(ssh 6v6-attacker "curl -sk -o /dev/null -w '%{http_code}' -H 'Host: $h' http://10.20.30.1/")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echo "$h: $code"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명령 1: `table ip nat` + `table inet six_filter` + `table ip six_nat` 3개 출력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2: `chain forward { type filter hook forward priority filter; policy accept; ... }`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3: `backend waf`, `backend waf_tls`, `backend dashboard`, `backend portal`,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`backend bastion`, `backend bastion_api` 6개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4: `juice.6v6.lab: 200`, `siem.6v6.lab: 302`, `portal.6v6.lab: 200`,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`bastion.6v6.lab: 200`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fw 는 Defense in Depth 의 L1 — 모든 패킷이 가장 먼저 만나는 게이트. fw 의 정책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(nftables) + 라우팅 (HAProxy) 둘 다 정상이어야 학생/운영 트래픽이 chain 통과.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ips 의 Suricata 가 **두 NIC (eth0+eth1)** 동시 sniff 중인지 + eve.json 에 다양한</a:t>
            </a:r>
          </a:p>
          <a:p>
            <a:r>
              <a:t>event_type 이 기록되는지 + capture drops 비율을 확인한다.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Suricata 프로세스 + version + uptime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'pgrep -a Suricata; sudo suricatasc -c version; sudo suricatasc -c uptime'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eve.json 최근 500 라인의 event_type 분포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tail -500 /var/log/suricata/eve.json | jq -r .event_type | sort | uniq -c | sort -rn'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capture drops 비율 (NIC ring buffer 건강도)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dump-counters 2&gt;&amp;1 | jq ".message | {pkts: .[\"capture.kernel_packets\"], drops: .[\"capture.kernel_drops\"], alerts: .[\"detect.alert\"]}"'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명령 1: `suricata -i eth1 -i eth0 -c ... --runmode autofp` (두 NIC + autofp) +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version `6.0.4 RELEASE` + uptime 정수 (초)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2: `flow` 가 가장 많고 `http` / `tls` / `dns` / `alert` 등 3+ 종류 출력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3: `pkts` &gt; 100, `drops` 0 (또는 pkts 의 1% 미만), `alerts` 정수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ips 는 L2 — 학생 트래픽이 web 도달 직전 검사. Suricata 가 멈추면 모든 alert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가 사라진다. SOC 분석가가 "alert 가 안 보일 때 첫 확인" 명령.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web 의 Apache 모듈 (mod_security2 + proxy + ssl) 로드 + ModSec engine 설정 +</a:t>
            </a:r>
          </a:p>
          <a:p>
            <a:r>
              <a:t>가벼운 XSS payload 가 403 차단되는지 확인.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Apache 의 ModSec / proxy / ssl 모듈 로드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apache2ctl -M 2&gt;&amp;1 | grep -iE "security|proxy|ssl"'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ModSec engine + audit log 설정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grep -E "^SecRuleEngine|^SecAuditLog|^SecAuditEngine|^SecAuditLogFormat" /etc/modsecurity/modsecurity.conf'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XSS payload → 403 차단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-w "XSS: %{http_code}\n" -H "Host: dvwa.6v6.lab" "http://10.20.30.1/?q=&lt;script&gt;alert(1)&lt;/script&gt;"'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modsec_audit.log 에 룰 ID 941 매치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-3 /var/log/apache2/modsec_audit.log | head -1 | jq -r ".audit_data.messages[]?" | grep -oE ''id \\\"[0-9]+\\\"'' | sort -u | head'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명령 1: `security2_module (shared)` + `proxy_module (shared)` + `ssl_module (shared)` 3 모듈 로드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2: `SecRuleEngine On` + `SecAuditEngine RelevantOnly` + `SecAuditLogFormat JSON` + `SecAuditLog /var/log/apache2/modsec_audit.log`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3: 응답 `XSS: 403` (ModSec 차단)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4: 룰 ID `id "941100"`, `id "941110"`, `id "949110"` 같은 941xxx / 949xxx 출력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web 은 L3 — HTTP 페이로드 마지막 검사. ModSec 가 `On` 이 아니면 OWASP Top 10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이 모두 통과. WAF 운영 1순위 점검 명령.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siem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siem 의 Wazuh manager **11 daemon** 가동 + **3 agent (fw/ips/web) Active** +</a:t>
            </a:r>
          </a:p>
          <a:p>
            <a:r>
              <a:t>**3 listening port (1514/1515/55000)** + indexer cluster health 확인.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wazuh-control 의 11 daemon 상태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/var/ossec/bin/wazuh-control status'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등록된 agent 목록 (3 agent + server)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/var/ossec/bin/agent_control -l'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3 listening port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ss -tlnp | grep -E ":(1514|1515|55000)"'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wazuh-indexer cluster health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6v6-bastion 'docker exec 6v6-wazuh-indexer curl -sk -u admin:SecretPassword https://localhost:9200/_cluster/health | jq'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명령 1: 11 daemon `running` (modulesd / monitord / logcollector / remoted /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syscheckd / analysisd / execd / db / authd / apid + control 자체).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`clusterd / maild / agentlessd / integratord / dbd / csyslogd` 는 `not running` 정상 (default-off)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2: `ID: 001 web Active`, `ID: 002 ips Active`, `ID: 003 fw Active` 3 agent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3: `LISTEN ... :1514` (wazuh-remoted) + `:1515` (wazuh-authd) + `:55000` (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siem 은 L4 — 모든 source 의 로그가 모이는 관제실. analysisd / remoted /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modulesd 중 1개라도 `stopped` 면 해당 기능 결여 → alert 자체가 생성 안 됨.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attacker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(Red Team)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Red 공격 — sqlmap UA + XSS + SQLi UNION SELECT 결합. 대상 vhost = dvwa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(전역 SecRuleEngine On 적용). juice 는 per-vhost DetectionOnly 라 200 통과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→ W02 SQLi / W03 XSS 학생 학습용. W01 의 차단 검증은 dvwa/neobank 등 사용.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-w "응답: %{http_code} 시간: %{time_total}s\n"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-A "sqlmap/1.5"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-H "Host: dvwa.6v6.lab"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"http://10.20.30.1/?q=&lt;script&gt;alert(1)&lt;/script&gt;&amp;id=1+UNION+SELECT"'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공격 시각 기록 (Blue/Purple step 에서 timestamp 매칭에 사용)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ATTACK_TS=$(date -u +%Y-%m-%dT%H:%M:%S)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"ATTACK_TS=$ATTACK_TS"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응답 코드 = `403` (ModSec 가 941 XSS + 942 SQLi + 949 anomaly threshold 매치 후 차단)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시간 &lt; 0.1s (HAProxy 빠른 종료)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ATTACK_TS 변수에 UTC ISO timestamp 저장 (Blue step 에서 활용)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Defense in Depth 의 효과를 측정하려면 실제 공격이 필요하다. sqlmap UA + XSS +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SQLi 결합 페이로드 1건이 4 도구 (fw HAProxy → ips Suricata → web ModSec → siem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Wazuh) 에 동시 흔적을 남긴다. Red Team 의 표준 1 단계.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(Blue Team —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fw HAProxy log (frontend/backend 매핑) — rsyslog 또는 journalctl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tail -10 /var/log/haproxy.log 2&gt;/dev/null | tail -3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   || sudo journalctl -u haproxy --since "1m ago" 2&gt;/dev/null | tail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ips Suricata eve.json 의 HTTP event (juice.6v6.lab 매칭)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S7 의 Red 공격 대상 = dvwa.6v6.lab (전역 SecRuleEngine On). juice 는 DetectionOnly.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tail -300 /var/log/suricata/eve.json | jq -c "select(.event_type==\"http\" and .http.hostname==\"dvwa.6v6.lab\") | {ts:.timestamp, src:.src_ip, url:.http.url, status:.http.status}" | tail -2'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명령 1: HAProxy log 1+ 라인 — `frontend/backend` column 이 `http_in waf/web`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(학생 트래픽 → waf backend → web server) 형식. client IP = attacker (10.20.30.202)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2: 같은 transaction 의 ips 측 view — `{"src":"10.20.31.1", "url":"/?q=&lt;script&gt;...", "status":403}`.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두 NIC sniff 라 같은 transaction 이 보통 **2 라인** (src=10.20.31.1 + src=10.20.32.1)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"공격이 어디까지 도달했나?" 의 답. fw HAProxy log + ips eve.json 의 동일 transaction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매칭으로 chain 첫 2 hop 검증.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(Blue Team —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ModSec audit log 의 룰 매치 추출 (audit_data.messages 에서 id 추출)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-3 /var/log/apache2/modsec_audit.log | head -1 |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jq "{client: .transaction.remote_address, code: (.response.status // .response.http_code),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rules: [.audit_data.messages[]? | capture(\"id \\\"(?&lt;id&gt;[0-9]+)\\\"\") | .id]}"'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vhost 별 access.log (juice_access.log 에 5 burst 흔적)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-5 /var/log/apache2/juice_access.log'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vhost 별 error.log 의 ModSec Warning 라인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grep "913100\|941100" /var/log/apache2/juice_error.log 2&gt;/dev/null | tail -1'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명령 1: `{"client":"10.20.32.1", "code":403, "rules":["913100","941100","941110","941160","949110","980130"]}`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형식. 6 룰 매치 (sqlmap scanner detection + XSS via libinjection + XSS script tag + XSS NoScript + anomaly threshold + correlation)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2: `10.20.32.1 - - [&lt;date&gt;] "GET /?q=&lt;script&gt;... HTTP/1.1" 403 439 "-" "sqlmap/1.5"` 1+ 라인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3: `[client 10.20.32.1] ModSecurity: Warning. Matched phras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"WAF 가 어느 룰로 차단했나?" 의 답. 6v6 의 Apache 는 11 vhost 별 별도 access /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error log → 분석이 정밀하다.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siem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(Blue Team — 3, 최종)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siem 컨테이너에 jq 가 없어 python3 으로 파싱: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출력에 `{"agent":"web", "rule_id":"31100"|"504", "level":3-5, "desc":"..."}` 형식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**rule_id 31100** (Apache 4xx) 가 보이면 Wazuh 가 ModSec 차단 인지 (1차 적재 성공)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**rule_id 504** (agent disconnect) 만 보이면 web 의 audit log decoder 미동작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(W09 학습 동기 — 사용자 정의 decoder 필요)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SIEM 의 raison d'être — 모든 source 의 통합 alert. 본 step 에서 specific ModSec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룰 ID 가 없는 것이 정상 (Wazuh 기본 decoder 의 한계 — W09 에서 사용자 정의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decoder + local_rules.xml 로 보강).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(Purple Team)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- 5 행 Coverage Matrix 작성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Gap 1+ 식별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권장 조치 3+ 도출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모든 row 가 STEP 7-10 의 실제 출력 근거 보유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Purple Team 의 standard cycle. Red 공격이 Blue 4 도구에 어떻게 흔적을 남기는지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매트릭스화 + gap 식별 + 다음 학습 주차 (W04-W14) 의 학습 동기 도출.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STEP 1-11 의 모든 결과 + STEP 11 의 Coverage Matrix + 본인이 발견한 비정상 1건</a:t>
            </a:r>
          </a:p>
          <a:p>
            <a:r>
              <a:t>을 종합한 **1페이지 보고서** 를 Markdown 으로 작성한다.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- 5 섹션 모두 작성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인프라 헬스 표 6 row (STEP 1-6) + R/B/P 표 5 row (STEP 7-11)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본인 분석 1+ (없으면 "정상" + 근거 명시)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W02 준비도 자가 진단 2+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운영 권장 3+ (W09/W13/W14 학습 항목과 매핑)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운영자의 표준 산출물 — 매일 아침 인프라 헬스체크 표 + 인시던트 분석 보고서.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본 보고서를 잘 작성할 수 있어야 6v6 secuops 의 다음 14 주차도 효율적으로 학습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가능.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Module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