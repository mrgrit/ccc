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C107"/>
                </a:solidFill>
              </a:defRPr>
            </a:pPr>
            <a:r>
              <a:t>Module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osquery 호스트 가시화 — "OS as SQL"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CFD8DC"/>
                </a:solidFill>
              </a:defRPr>
            </a:pPr>
            <a:r>
              <a:t>osquery 호스트 가시화 — 158 테이블 + SQL JOIN + 헌팅 10 + FIM + R/B/P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0A4AE"/>
                </a:solidFill>
              </a:defRPr>
            </a:pPr>
            <a:r>
              <a:t>보안솔루션운영 (secops) · 6v6 학습 환경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학습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osquery 의 "OS as SQL" 추상화 + 158 테이블 카테고리 (process / user / file /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osqueryi (interactive shell) vs osqueryd (daemon — scheduled query) 차이 +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6v6 의 현재 운영 (osqueryi ad-hoc only, daemon 미운영) 인지.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SQL JOIN 패턴 — `processes JOIN listening_ports`, `processes JOIN process_open_sockets`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3+ 케이스 작성.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헌팅 쿼리 10 패턴 카탈로그 — disk 없는 process / 새 사용자 / cron backdoor /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FIM — `file_paths` + `file_events` 테이블 + `inotify` 기반 실시간 변경 감지 +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scheduled query — osquery.conf 의 schedule (interval / removed / snapshot) +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osquery vs sysmon-for-linux (W11) 비교 — snapshot (osquery) vs event stream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Wazuh agent → manager 통합 흐름 (W10) — agent.conf 의 `&lt;localfile&gt;` 로 osquery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R/B/P 시나리오 — Red 가 fake malicious process / 새 cron entry / 새 authorized_keys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666666"/>
                </a:solidFill>
              </a:defRPr>
            </a:pPr>
            <a:r>
              <a:t>보안솔루션운영 (secops) · Module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4A19"/>
                </a:solidFill>
              </a:defRPr>
            </a:pPr>
            <a:r>
              <a:t>Module 07 — 이론 +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3A68"/>
                </a:solidFill>
              </a:defRPr>
            </a:pPr>
            <a:r>
              <a:t>osquery 호스트 가시화 — "OS as SQL"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2. osquery 가 왜 등장했나 — "OS as SQL"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2.1 전통 도구의 한계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2.2 osquery 의 통찰 — 모든 정보를 SQL 테이블로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2.3 등장 + 성장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2014 — Facebook 출시 (BSD 라이선스)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2016 — Linux Foundation 산하로 이관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2024 — 5.x 안정, Meta + Linux Foundation 공동 운영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2026 — 6v6 사용 버전: 5.23.0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3. osquery 의 핵심 컴포넌트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3.1 6v6 의 현재 운영 — osqueryi only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osquery 5.23.0 4 호스트 모두 설치 ✓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`osqueryi` 가 ad-hoc 쿼리 도구로만 사용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`osqueryd` daemon 미운영 — 스케줄 쿼리 없음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`/etc/osquery/osquery.conf` 미존재 — 설정 없음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158 테이블 사용 가능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학생은 본 주차에 `osqueryi` 로 ad-hoc 헌팅 익숙해짐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W10 학습 시 osqueryd + scheduled query + Wazuh agent ship 본격 적용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6v6 의 osquery 운영 패치 (별 PR) — W10 의 작업 일부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4. 158 테이블 카테고리 — 6v6 실측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4.1 8 카테고리 분류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4.2 6 핵심 테이블 — 운영 인수 시 가장 자주 쓰는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`processes` — 실행 중 프로세스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`pid` / `parent` : 프로세스 ID / 부모 (process tree 추적)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`name` / `path` : 이름 / binary 경로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`cmdline` : 전체 명령행 (argv)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`uid` / `gid` : 실행 사용자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`on_disk` : 1=disk 에 binary 있음 / 0=메모리만 (malware 의심)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`start_time` : 시작 epoch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`users` — 시스템 사용자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5. SQL JOIN 패턴 — 운영에 자주 쓰는 3 케이스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5.1 processes + listening_ports — port 가 어느 process 인가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5.2 processes + process_open_sockets — outbound 연결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5.3 users + authorized_keys — SSH 신뢰 매트릭스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6. 헌팅 쿼리 10 패턴 카탈로그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6.1 disk 없는 process (malware 의심)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6.2 cmdline 에 base64 / wget / curl 포함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6.3 SUID binary 변경 / 추가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6.4 새 사용자 추가 (uid &gt;= 1000)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6.5 비표준 shell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6.6 cron entry 변경 — backdoor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6.7 외부 IP 로의 outbound 443 (C2 callback)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6.8 world-writable 파일 (system dir)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6.9 hidden directories in /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6.10 chrome 확장 (browser hijack 시) — 데스크톱 환경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7. FIM (File Integrity Monitoring) — `file_events`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7.1 동작 원리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7.2 osquery.conf 설정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`file_paths` : 감시 대상 path 그룹 (category 별)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`%%` : recursive glob (모든 하위)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`schedule.file_changes` : 60초마다 file_events 의 새 row 출력 (`removed: false` = differential)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7.3 검증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8. scheduled query + osquery.conf 의 schedule: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8.1 schedule 의 구조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`interval` (sec) : polling 주기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`snapshot` : true = 모든 row, false = differential (added / removed)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`removed` : false = added 만, true = added + removed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8.2 log format — JSON line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`added` : new row (differential)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`removed` : row 사라짐 (differential, `removed: true` 시만)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`snapshot` : 전체 결과 (snapshot: true)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8.3 packs — 사전 정의 쿼리 묶음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68"/>
                </a:solidFill>
              </a:defRPr>
            </a:pPr>
            <a:r>
              <a:t>10. 트러블슈팅 — osquery 운영 4 패턴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11247120" cy="1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10.1 패턴 1 — 'no such column' 오류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10.2 패턴 2 — daemon 안 떠 있음 (6v6 현재 상태)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10.3 패턴 3 — FIM 가 동작 안 함</a:t>
            </a:r>
          </a:p>
          <a:p>
            <a:pPr>
              <a:spcAft>
                <a:spcPts val="600"/>
              </a:spcAft>
              <a:defRPr sz="1800">
                <a:solidFill>
                  <a:srgbClr val="222222"/>
                </a:solidFill>
              </a:defRPr>
            </a:pPr>
            <a:r>
              <a:t>10.4 패턴 4 — query 성능 (대규모 host)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좁은 path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LIMIT</a:t>
            </a:r>
          </a:p>
          <a:p>
            <a:pPr lvl="1">
              <a:spcAft>
                <a:spcPts val="600"/>
              </a:spcAft>
              <a:defRPr sz="1500">
                <a:solidFill>
                  <a:srgbClr val="666666"/>
                </a:solidFill>
              </a:defRPr>
            </a:pPr>
            <a:r>
              <a:t>WHERE 조건 추가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4A19"/>
                </a:solidFill>
              </a:defRPr>
            </a:pPr>
            <a:r>
              <a:t>10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3A68"/>
                </a:solidFill>
              </a:defRPr>
            </a:pPr>
            <a:r>
              <a:t>실습 (Hands-on Lab)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osqueryi 진입 + version + 158 테이블 가시화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for h in bastion fw ips web; do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printf "%-8s " "$h"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ssh 6v6-$h 'sudo osqueryi --version' 2&gt;&amp;1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done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 호스트의 osquery_info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osqueryi --json "SELECT version, build_distro, instance_id FROM osquery_info LIMIT 1;"'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158 테이블 카운트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osqueryi ".tables" 2&gt;&amp;1 | wc -l'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카테고리 별 테이블 sample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osqueryi ".tables" 2&gt;&amp;1 | grep -E "process|user|file|listening|cron|crypto|kernel" | head -15'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osqueryd daemon 상태 (6v6 는 미운영 예상)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systemctl status osqueryd 2&gt;&amp;1 | head -3'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ls /etc/osquery/ 2&gt;&amp;1'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(verify 절차는 lab YAML 참조)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운영 인수 30초 — 4 호스트 osquery 설치 상태 + 버전 + 테이블 + 데몬 운영 여부 확인.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6v6 는 osqueryi ad-hoc only — W10 에서 daemon + config 본격 도입.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6 핵심 테이블 쿼리 (processes / users / file / listening_ports / authorized_keys / crontab)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processes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processes (Wazuh + osquery 5개)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osqueryi --json "SELECT pid, name, cmdline FROM processes ORDER BY pid DESC LIMIT 5;"' 2&gt;&amp;1 | python3 -m json.tool 2&gt;&amp;1 | head -30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users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users (uid &gt;= 1000)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6v6-bastion 'sudo osqueryi --json "SELECT username, uid, shell, directory FROM users WHERE uid &gt;= 1000;"' 2&gt;&amp;1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file (/etc/passwd metadata)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file /etc/passwd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osqueryi --json "SELECT path, mode, uid, mtime, size FROM file WHERE path = \"/etc/passwd\";"' 2&gt;&amp;1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listening_ports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listening_ports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osqueryi --json "SELECT port, protocol, address, pid FROM listening_ports WHERE address NOT LIKE \"127.%\" LIMIT 5;"' 2&gt;&amp;1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5. authorized_keys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authorized_keys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6v6-bastion 'sudo osqueryi --json "SELECT uid, key_type, comment FROM authorized_keys;"' 2&gt;&amp;1 | head -20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6. crontab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crontab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osqueryi --json "SELECT * FROM crontab;"' 2&gt;&amp;1 | head -20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processes: pid + name + cmdline (Wazuh / Apache / Suricata 등)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users: uid &gt;= 1000 의 사용자 (ccc 또는 비슷)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file: /etc/passwd 의 mode / uid / mtime / size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listening_ports: 22 (sshd), 80 (apache or haproxy), 443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authorized_keys: uid 별 key 목록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crontab: /etc/crontab + cron.d 의 entry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6 핵심 테이블이 운영 인수의 90% cover. 매 cycle 첫 점검.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SQL JOIN 3 패턴 (port + process / outbound + C2 / SSH 신뢰 매트릭스)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1. listening_ports JOIN processes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osqueryi --json 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SELECT l.port, l.protocol, l.address, p.pid, p.name, p.path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FROM listening_ports l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JOIN processes p ON l.pid = p.pid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WHERE l.address NOT IN (\"127.0.0.1\", \"::1\");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"' 2&gt;&amp;1 | python3 -m json.tool 2&gt;&amp;1 | head -30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2. process_open_sockets JOIN processes (outbound 443)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osqueryi --json 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SELECT p.name, p.pid, p.cmdline, s.remote_address, s.remote_port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FROM process_open_sockets s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JOIN processes p ON s.pid = p.pid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WHERE s.remote_port = 443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LIMIT 5;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"' 2&gt;&amp;1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3. users JOIN authorized_keys (SSH 신뢰 매트릭스)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6v6-bastion 'sudo osqueryi --json 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SELECT u.username, u.uid, u.directory, a.key_type, a.comment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FROM users u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JOIN authorized_keys a USING (uid);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"' 2&gt;&amp;1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JOIN 1: 외부 노출 port 별 (22 sshd / 80 haproxy or apache / 443) process 식별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JOIN 2: outbound 443 — 보통 Wazuh agent 의 manager 통신 (10.20.32.100:1514)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JOIN 3: SSH 신뢰 매트릭스 — uid 별 key 목록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JOIN 이 osquery 의 강점. SQL 의 모든 표현력 활용 → 단순 ps + ss 로 못 만드는 표.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헌팅 쿼리 5 패턴 (on_disk / SUID / 비표준 shell / cron / outbound)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1. disk 없는 process (malware 의심)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osqueryi --json "SELECT pid, name, path, cmdline FROM processes WHERE on_disk = 0;"' 2&gt;&amp;1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2. SUID binary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osqueryi --json "SELECT path, username FROM suid_bin LIMIT 10;"' 2&gt;&amp;1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3. 비표준 shell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6v6-bastion 'sudo osqueryi --json "SELECT username, shell FROM users WHERE shell NOT IN (\"/bin/bash\", \"/bin/sh\", \"/sbin/nologin\", \"/usr/sbin/nologin\", \"/bin/false\");"' 2&gt;&amp;1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4. cron entry 모두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osqueryi --json "SELECT command, path FROM crontab;"' 2&gt;&amp;1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5. cmdline 의 wget/curl/base64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osqueryi --json "SELECT pid, name, cmdline FROM processes WHERE cmdline LIKE \"%base64%\" OR cmdline LIKE \"%wget%\" OR cmdline LIKE \"%curl%\";"' 2&gt;&amp;1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- 5 헌팅 모두 실행 + JSON 응답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정상 환경에서 대부분 빈 array (`[]`) — anomaly 없음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SUID 는 표준 (sudo, su, passwd, ping 등) 출력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비표준 shell 은 zsh 등 (없을 수도)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cron 은 /etc/crontab + cron.d 표준 entry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curl/wget cmdline 은 보통 빈 array (정상 운영)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운영 인수 시 5 헌팅이 baseline. 비정상 발견 시 추가 조사.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FIM 설정 (file_paths + file_events) + osquery.conf 시뮬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osquery.conf FIM 패치 작성 (시뮬)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mkdir -p /etc/osquery 2&gt;/dev/null'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bash -c "cat &gt; /tmp/osquery_w07.conf &lt;&lt;EOF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{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\"options\": {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\"logger_path\": \"/var/log/osquery\",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\"host_identifier\": \"hostname\"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},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\"file_paths\": {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\"system_etc\": [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\"/etc/passwd\",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\"/etc/shadow\",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\"/etc/sudoers\",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\"/etc/sudoers.d/%%\"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],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\"ssh_keys\": [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\"/root/.ssh/%%\"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],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\"cron_paths\": [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\"/etc/crontab\",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\"/etc/cron.d/%%\"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],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\"apache_config\": [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\"/etc/apache2/sites-enabled/%%\",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\"/etc/apache2/conf-enabled/%%\"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]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},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\"schedule\": {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\"file_changes\": {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\"query\": \"SELECT target_path, action, time, category, hashed FROM file_events;\",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\"interval\": 60,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  \"removed\": false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}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JSON syntax 검증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'python3 -m json.tool /tmp/osquery_w07.conf 2&gt;&amp;1 | tail -3'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osqueryctl config-check (있다면)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osqueryctl config-check /tmp/osquery_w07.conf 2&gt;&amp;1 | head'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시뮬 — file_paths 카테고리 별 path 수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file_paths 카테고리 별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'python3 -c 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import json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c=json.load(open(\"/tmp/osquery_w07.conf\")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JSON syntax pass (no parse error)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- 4 카테고리 (system_etc / ssh_keys / cron_paths / apache_config)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schedule.file_changes interval 60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inotify max_user_watches = 8192 또는 비슷 (kernel default)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FIM 의 표준 패턴. 4 카테고리가 운영 환경의 frequent target. inotify 한계 인지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(수만 path 감시 시 limit 상향 필요).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scheduled query 시뮬 + log format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schedule 의 process_snapshot 시뮬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process_snapshot 시뮬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osqueryi --json "SELECT pid, name, path, on_disk FROM processes ORDER BY pid LIMIT 5;"' 2&gt;&amp;1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schedule 의 listening_ports 시뮬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listening_ports 시뮬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6v6-fw 'sudo osqueryi --json "SELECT port, address, pid FROM listening_ports WHERE address NOT LIKE \"127.%\";"' 2&gt;&amp;1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log format 비교 — osqueryi 의 단순 JSON vs osqueryd 의 differential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osqueryd log format (시뮬)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cat &lt;&lt;'EOF'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/var/log/osquery/osqueryd.results.log 의 한 라인 예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{"name":"new_users_hourly","hostIdentifier":"web","calendarTime":"...","action":"added","columns":{"username":"newuser","uid":"1001"}}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실 osqueryd 운영 시 query 결과를 Wazuh agent 가 ship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Wazuh ship 권장 설정 (W10)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cat &lt;&lt;'EOF'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&lt;localfile&gt;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&lt;log_format&gt;json&lt;/log_format&gt;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&lt;location&gt;/var/log/osquery/osqueryd.results.log&lt;/location&gt;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&lt;/localfile&gt;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schedule 의 query 실행 결과 (JSON array)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osqueryd log format 시뮬 (differential vs snapshot)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Wazuh agent ship 권장 설정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W10 의 본격 통합 전 schedule 의 결과 format 인지. 운영 표준 — interval 60-600,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differential (`removed: false`) + 중요 query 는 snapshot.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bastion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**R/B/P** Red 가 호스트 침해 시뮬 → Blue 5 헌팅 매치 → Purple 권장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=== Red — 호스트 침해 시뮬 ===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"[Red 1] 새 사용자 fakeintruder (uid 1099)"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useradd -m -s /bin/bash -u 1099 fakeintruder 2&gt;/dev/null &amp;&amp; echo "created"'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"[Red 2] /root/.ssh/authorized_keys 에 FAKEKEY 추가"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bash -c "echo \"ssh-rsa AAAAB3NzaFAKEKEY fakeintruder@evil\" &gt;&gt; /root/.ssh/authorized_keys"'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"[Red 3] /etc/cron.d/w07_backdoor 추가"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bash -c "echo \"* * * * * root /tmp/backdoor.sh\" &gt; /etc/cron.d/w07_backdoor"'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sleep 2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=== Blue — 5 osquery 헌팅 ===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"[Blue 1] 새 사용자 헌팅"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osqueryi --json "SELECT username, uid, shell FROM users WHERE uid = 1099;"' 2&gt;&amp;1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"[Blue 2] FAKEKEY 검색"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osqueryi --json "SELECT key_type, key FROM authorized_keys WHERE key LIKE \"%FAKEKEY%\";"' 2&gt;&amp;1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"[Blue 3] /etc/cron.d 의 새 entry"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osqueryi --json "SELECT command, path FROM crontab WHERE path LIKE \"%w07_backdoor%\";"' 2&gt;&amp;1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"[Blue 4] /etc/cron.d/ 의 file metadata"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osqueryi --json "SELECT path, mtime, size FROM file WHERE path = \"/etc/cron.d/w07_backdoor\";"' 2&gt;&amp;1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"[Blue 5] /tmp/backdoor.sh 의 file metadata (없을 것)"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osqueryi --json "SELECT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**Red 3 침해**: 모두 성공 (created / appended / written)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**Blue 5 헌팅**: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- user fakeintruder 검출 (1 row)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- FAKEKEY 검출 (1 row)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- cron entry 검출 (1 row)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  - file metadata (mtime + size)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**Purple 카운트**: users 1 / authorized_keys 1 / crontab 1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**Cleanup 후**: 3 헌팅 모두 빈 array `[]`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Purple Team standard cycle. 호스트 침해의 표준 3 패턴 (user / key / cron) 을 직접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재현 + 5 osquery 헌팅 매치 + scheduled query 자동화 권장 + cleanup. baseline diff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가 어떻게 동작하는지 가시화.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트러블슈팅 시뮬 (lecture §10 의 'no such column' + daemon)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잘못된 컬럼 사용 시뮬 (실제 에러 발생)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잘못된 쿼리 (예상: error)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osqueryi --json "SELECT name FROM osquery_info;" 2&gt;&amp;1' | head -3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.schema 로 정확한 컬럼 확인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osquery_info 스키마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osqueryi ".schema osquery_info" 2&gt;&amp;1' | head -5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processes 의 정확한 컬럼 (운영 자주 헷갈림)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processes 스키마 (일부)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osqueryi ".schema processes" 2&gt;&amp;1' | head -15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복구 — 올바른 컬럼 사용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복구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osqueryi --json "SELECT version, instance_id FROM osquery_info LIMIT 1;"' 2&gt;&amp;1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5. daemon 운영 시 흔한 트러블 (시뮬)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osqueryd 운영 시 트러블슈팅 cheat sheet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cat &lt;&lt;'EOF'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증상: scheduled query 결과 없음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→ systemctl status osqueryd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→ journalctl -u osqueryd --since "5 min ago"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→ /var/log/osquery/ 디렉토리 권한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→ osqueryctl config-check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증상: FIM 미동작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→ cat /proc/sys/fs/inotify/max_user_watches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→ osquery.conf 의 file_paths syntax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→ osquery.conf 의 schedule 의 file_changes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증상: query 성능 (큰 host 환경)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→ 좁은 path (LIKE %% glob 주의)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→ LIMIT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→ schedule_splay_percent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명령 1: `Error: no such column: name` (예상 에러)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명령 2: `CREATE TABLE osquery_info(build_distro TEXT, ...)`  schema 출력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명령 3: processes 의 컬럼 (pid, parent, name, path, cmdline, ...)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명령 4: 복구 — version + instance_id 출력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명령 5: 트러블슈팅 cheat sheet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운영 중 'no such column' 이 가장 흔한 오류. .schema 명령 + LIMIT 0 패턴이 사전 검증.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Wazuh agent ship 검증 (W10 예고)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1. 4 호스트 의 Wazuh agent 상태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for h in bastion fw ips web; do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printf "%-8s " "$h"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ssh 6v6-$h 'sudo /var/ossec/bin/wazuh-control status 2&gt;&amp;1 | grep -c "is running"'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done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2. ossec.conf 의 osquery 모니터링 설정 (있다면)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6v6-web 'sudo grep -B1 -A3 "osquery" /var/ossec/etc/ossec.conf 2&gt;&amp;1 | head -15'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3. manager 에서 4 agent 활성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ssh 6v6-siem 'sudo /var/ossec/bin/agent_control -lc 2&gt;&amp;1 | head -10'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# 4. W10 권장 ship 설정 (시뮬)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echo "=== W10 권장 ossec.conf patch (시뮬) ==="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cat &lt;&lt;'EOF'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&lt;ossec_config&gt;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&lt;localfile&gt;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&lt;log_format&gt;json&lt;/log_format&gt;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&lt;location&gt;/var/log/osquery/osqueryd.results.log&lt;/location&gt;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&lt;/localfile&gt;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&lt;/ossec_config&gt;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EOF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- 4 호스트 모두 wazuh-control "is running" 개수 &gt; 5 (11 daemon 중)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ossec.conf 에 osquery 설정 (현재는 없을 수도 — W10 의 patch)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manager 에서 4 agent 활성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W10 권장 patch (`&lt;localfile&gt;` + `log_format json`)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W10 의 본격 통합 전 ship 동작 사전 점검. 4 agent 모두 활성 + manager 와 통신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OK 면 W10 의 osqueryd + Wazuh integration 적용 즉시 가능.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STEP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0" y="22860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66"/>
                </a:solidFill>
              </a:defRPr>
            </a:pPr>
            <a:r>
              <a:t>실행 대상: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F3A68"/>
                </a:solidFill>
              </a:defRPr>
            </a:pPr>
            <a:r>
              <a:t>🎯 ## 🎯 MISSION — W07 종합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💻 실행 명령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11247120" cy="2286000"/>
          </a:xfrm>
          <a:prstGeom prst="rect">
            <a:avLst/>
          </a:prstGeom>
          <a:solidFill>
            <a:srgbClr val="F4F4F4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 rIns="182880"/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(상세 명령은 lab YAML 참조)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463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📋 확인 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- 5 섹션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- 9 step 표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R/B/P 측정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운영 권장 5</a:t>
            </a:r>
          </a:p>
          <a:p>
            <a:pPr>
              <a:defRPr sz="1100">
                <a:solidFill>
                  <a:srgbClr val="222222"/>
                </a:solidFill>
              </a:defRPr>
            </a:pPr>
            <a:r>
              <a:t>- W08 준비도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84632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64A19"/>
                </a:solidFill>
              </a:defRPr>
            </a:pPr>
            <a:r>
              <a:t>💡 왜 이걸 하는가?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212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22222"/>
                </a:solidFill>
              </a:defRPr>
            </a:pPr>
            <a:r>
              <a:t>W08 중간고사 직전 — W01-W07 7 주차 학습 통합. 호스트 가시화의 표준 운영 audit.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본 module 종료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FC107"/>
                </a:solidFill>
              </a:defRPr>
            </a:pPr>
            <a:r>
              <a:t>다음 module → Module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