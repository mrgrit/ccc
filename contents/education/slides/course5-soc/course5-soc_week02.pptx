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로그 이해 (1) - 시스템 로그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Linux 시스템 로그의 종류와 위치를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syslog, auth.log, journal의 구조를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auditd를 활용한 상세 감사 로깅을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로그에서 보안 관련 이벤트를 식별할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시스템 로그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사고 탐지의 1차 데이터 소스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포렌식 조사의 핵심 증거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컴플라이언스 요구사항 (ISMS-P 2.10.4: 로그 6개월 보관)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발생 → 로그에 흔적 남김 → SOC 분석원이 로그로 탐지/분석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주요 로그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각 서버의 로그 파일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"========== $ip 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"ls -lh /var/log/syslog /var/log/auth.log /var/log/kern.log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syslog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&lt;날짜&gt; &lt;호스트명&gt; &lt;프로세스[PID]&gt;: &lt;메시지&gt;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auth.log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 로그인 성공/실패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sudo 명령 실행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su (사용자 전환) 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로그인 성공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'Accepted' /var/log/auth.log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로그인 실패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실패한 사용자명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'{for(i=1;i&lt;=NF;i++) if(\$i==\"for\") print \$(i+1)}' | sort | uniq -c | sort -rn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실패한 출발지 IP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systemd journal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최근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"journalctl --no-pager | tail -20"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서비스의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"journalctl -u sshd --no-pager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시간 범위로 필터링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"journalctl --since '1 hour ago' --no-pager | tail -20"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부팅 이후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"journalctl -b --no-pager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우선순위별 필터링 (err 이상)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"journalctl -p err --no-pager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auditd (감사 로깅)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파일 접근 감시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시스템 호출 추적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사용자 명령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auditd 설치 여부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"systemctl is-active auditd 2&gt;/dev/null || echo 'auditd 미설치'"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"which auditctl 2&gt;/dev/null || echo 'auditctl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로그 분석 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시스템 로그 보안 분석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시스템 로그 보안 분석 - $(date)"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"============================================"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IP=$1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if [ -z "$IP" ]; then IP=192.168.208.142; fi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SSH 로그인 통계"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성공: $(sshpass -p1 ssh user@$IP 'grep -c "Accepted" /var/log/auth.log 2&gt;/dev/null || echo 0')"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실패: $(sshpass -p1 ssh user@$IP 'grep -c "Failed password" /var/log/auth.log 2&gt;/dev/null || echo 0')"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auth.log = SOC 분석의 최우선 로그 (SSH, sudo, 인증)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syslog = 시스템 전반 이벤트 (서비스 장애, 커널)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journalctl = systemd 기반 구조화된 로그 검색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auditd = 커널 수준 상세 감사 (syscall, 파일 접근)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패턴 식별 = 무차별 대입, 권한 상승, 비정상 접근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4개 서버의 auth.log를 분석하여 무차별 대입 공격 의심 IP를 보고하시오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journalctl을 사용하여 최근 1시간의 경고(warning) 이상 이벤트를 수집하시오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분석 스크립트를 작성하여 4개 서버의 보안 상태를 한눈에 파악할 수 있게 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Linux System Administration: Log Management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SANS Logging Cheat Sheet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auditd Configuration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