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10: 인시던트 대응 (1) - 웹 공격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SQL Injection 공격의 탐지부터 대응까지 전 과정을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웹 로그에서 공격 증거를 수집하고 분석한다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WAF/IPS를 활용한 차단 조치를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웹 공격 인시던트 대응 보고서를 작성한다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1. 시나리오: JuiceShop 웹 공격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대상: web 서버 (192.168.208.151) - OWASP JuiceShop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방어: BunkerWeb WAF, Suricata IPS (secu), Wazuh SIEM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JuiceShop은 의도적으로 취약한 웹 애플리케이션이다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공격자 → [Suricata IPS] → [BunkerWeb WAF] → [JuiceShop]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↓                ↓            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fast.log        access.log        app.log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    ↓                ↓                ↓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  [Wazuh SIEM] ← 로그 수집 ← [Wazuh Agent]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탐지 (Detection)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SQL Injection 관련 Suricata 알림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"grep -iE 'sql|injection|sqli' /var/log/suricata/fast.log 2&gt;/dev/null | tail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웹 공격 전체 알림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"grep -iE 'web|http|xss|rfi|lfi' /var/log/suricata/fast.log 2&gt;/dev/null | tail -10"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eve.json에서 HTTP 이벤트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"cat /var/log/suricata/eve.json 2&gt;/dev/null | python3 -c \"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sys, json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for line in sys.stdin: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e = json.loads(line)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if e.get(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분석 (Analysis)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공격 요청을 보낸 IP 목록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user@192.168.208.151 "grep -iE 'union|select|script|alert|\.\./' /var/log/nginx/access.log 2&gt;/dev/null |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awk '{print \$1}' | sort | uniq -c | sort -rn | head -5"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격리/억제 (Containment)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방화벽에서 차단 (secu 서버)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IP 차단 명령 (시연)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"sshpass -p1 ssh user@192.168.208.150 'sudo nft add rule inet filter input ip saddr $ATTACKER_IP drop'"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"현재 차단 규칙:"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"sudo nft list ruleset 2&gt;/dev/null | grep 'drop' | head -5"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근절 및 복구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웹셸 여부 확인 (의심 파일 검색)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user@192.168.208.151 "find /var/www -name '*.php' -newer /etc/hostname -type f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user@192.168.208.151 "find /tmp -type f -executable 2&gt;/dev/null"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서버 프로세스 확인 (비정상 프로세스)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user@192.168.208.151 "ps aux | grep -E 'nc |ncat |python.*http|perl.*socket' | grep -v grep"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증거 수집 및 보존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증거 보존 (타임스탬프 포함 복사)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EVIDENCE="/tmp/web_incident_$(date +%Y%m%d_%H%M)"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"증거 수집: $EVIDENCE"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웹 로그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user@192.168.208.151 "cat /var/log/nginx/access.log" 2&gt;/dev/null &gt; /tmp/web_access_evidence.txt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IPS 로그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user@192.168.208.150 "cat /var/log/suricata/fast.log" 2&gt;/dev/null &gt; /tmp/suricata_evidence.txt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Wazuh 알림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user@192.168.208.152 "cat /var/ossec/logs/alerts/alerts.json" 2&gt;/dev/null &gt; /tmp/wazuh_evidence.txt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해시값 생성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7. ATT&amp;CK 매핑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정찰 | TA0043 | T1595 Active Scanning | 대량 404, 디렉토리 스캔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초기접근 | TA0001 | T1190 Exploit Public-Facing App | SQLi 요청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실행 | TA0002 | T1059 Command and Script Interpreter | SQL 명령 실행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자격증명 | TA0006 | T1212 Exploitation for Credential Access | DB에서 인증정보 추출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유출 | TA0010 | T1048 Exfiltration Over Alternative Protocol | HTTP 응답으로 데이터 유출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인시던트 대응 보고서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인시던트 요약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유형: SQL Injection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대상: JuiceShop (192.168.208.151)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 웹 공격 인시던트 대응 보고서 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인시던트 요약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유형: SQL Injection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대상: JuiceShop (192.168.208.151)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공격자: X.X.X.X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발생: 2026-XX-XX XX:XX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탐지: 2026-XX-XX XX:XX (Suricata/Wazuh)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격리: 2026-XX-XX XX:XX (방화벽 차단)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종료: 2026-XX-XX XX:XX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2. 공격 타임라인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XX:XX 디렉토리 스캐닝 시작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XX:XX SQL Injection 시도 시작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- XX:XX Suricata에서 탐지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9. 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웹 공격 탐지 = Suricata + WAF + 웹 로그 3중 확인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분석 = 공격자 식별, 타임라인, 성공 여부 판단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격리 = 방화벽 차단, WAF 강화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증거 보존 = 로그 복사 + 해시값으로 무결성 보장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ATT&amp;CK 매핑 = T1190(Exploit Public-Facing App)이 핵심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웹 서버 로그에서 공격 시도를 탐지하고 공격자 IP를 식별하시오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공격 타임라인을 구성하시오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인시던트 대응 보고서를 작성하시오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참고 자료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OWASP Top 10 2021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OWASP JuiceShop Solutions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SANS Web Application Incident Handling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