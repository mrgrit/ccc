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Wazuh 관제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SIEM의 아키텍처를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Dashboard에 접속하여 알림을 확인할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에이전트 관리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주요 알림 화면을 탐색하고 해석할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Wazuh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SIEM: Security Information and Event Management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XDR: Extended Detection and Response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무료, 오픈소스 (GPLv2)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[에이전트(Agent)]  →  [매니저(Manager)]  →  [인덱서(Indexer)]  →  [대시보드(Dashboard)]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opsclaw              siem                  siem                 siem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secu                 10.20.30.100          10.20.30.100         10.20.30.100:443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Wazuh Dashboard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URL: https://192.168.208.152:443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사용자: admin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비밀번호: (수업 시간에 안내)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에이전트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Manager에서 에이전트 목록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"/var/ossec/bin/agent_control -l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에이전트 상태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"/var/ossec/bin/agent_control -s 2&gt;/dev/null || echo 'agent_control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알림(Alert)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전체 알림 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"wc -l /var/ossec/logs/alerts/alerts.json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레벨별 통계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levels = Counter()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levels[a.get('rule',{}).get('level',0)] +=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print('레벨 | 건수')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print('-----|-----')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규칙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규칙 디렉토리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"ls /var/ossec/ruleset/rules/ 2&gt;/dev/null | head -20"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관련 규칙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/var/ossec/ruleset/rules/0095-sshd_rules.xml 2&gt;/dev/null | head -30"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사용자 정의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/var/ossec/etc/rules/local_rules.xml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파일 무결성 모니터링 (FIM)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FIM 설정 (syscheck)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-A10 '&lt;syscheck&gt;' /var/ossec/etc/ossec.conf 2&gt;/dev/null | head -15"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모니터링 대상 디렉토리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'&lt;directories' /var/ossec/etc/ossec.conf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Active Response (능동 대응)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 5회 실패 → 자동 IP 차단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 공격 탐지 → 자동 IP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Active Response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"grep -A15 '&lt;active-response&gt;' /var/ossec/etc/ossec.conf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차단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"ls /var/ossec/active-response/bin/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실전 관제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대시보드 확인 (Overview)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전체 알림 현황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고위험 알림 유무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대시보드 확인 (Overview)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전체 알림 현황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고위험 알림 유무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고위험 알림 분석 (Level 8+)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상세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출발지 IP 조사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ATT&amp;CK 매핑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에이전트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모든 에이전트 연결 상태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로그 수집 정상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트렌드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알림 수 추이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= 오픈소스 SIEM/XDR (Agent → Manager → Indexer → Dashboard)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Dashboard = https://siem:443에서 웹 UI로 알림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알림 레벨 = 0~3(낮음), 4~7(보통), 8~11(높음), 12~15(치명적)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FIM = 중요 파일 변경을 자동 탐지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Active Response = 특정 알림 시 자동 차단/대응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Dashboard에 접속하여 Overview 화면을 캡처하시오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알림 레벨별 통계를 수집하고 상위 5개 알림 규칙을 분석하시오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에이전트 상태를 확인하고, 미연결 에이전트가 있다면 원인을 조사하시오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Documentation (https://documentation.wazuh.com)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Rule Syntax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API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