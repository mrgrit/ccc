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경보 분석 (2) - 실전 + ATT&amp;CK 매핑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실제 공격 로그를 분석하고 공격 유형을 식별할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MITRE ATT&amp;CK 프레임워크의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탐지된 경보를 ATT&amp;CK 전술/기법에 매핑할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킬 체인 관점에서 공격 흐름을 재구성할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MITRE ATT&amp;CK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실제 사이버 공격에서 관찰된 전술/기법을 체계적으로 정리한 지식 기반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https://attack.mitre.org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SOC, Red/Blue Team에서 사실상의 표준으로 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전술 (Tactic)     = "공격자의 목표" (WHY)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└ 기법 (Technique)  = "목표 달성 방법" (HOW)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└ 하위 기법 (Sub-technique) = "구체적 구현"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실제 공격 로그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1단계: 정찰 (Reconnaissance) - TA0043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포트 스캔 흔적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"grep -i 'scan' /var/log/suricata/fast.log 2&gt;/dev/null | tail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2단계: 초기 접근 (Initial Access) - TA0001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무차별 대입 공격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awk '{print \$(NF-3)}' | sort | uniq -c | sort -rn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무차별 대입 후 성공 여부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'Accepted password' /var/log/auth.log 2&gt;/dev/null | tail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3단계: 실행 (E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ATT&amp;CK 매핑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ATT&amp;CK 매핑이 있는 경보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techniques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 = a.get('rule',{})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mitre = r.get('mitre',{})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for tech in mitre.get('technique',[]):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techniques[tech]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for tid in mitre.get('id',[]):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techniques[tid]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킬 체인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정찰 (Reconnaissance)     → 포트 스캔, 정보 수집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무기화 (Weaponization)     → 악성코드 제작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배달 (Delivery)            → 피싱, 웹 취약점 악용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정찰 (Reconnaissance)     → 포트 스캔, 정보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무기화 (Weaponization)     → 악성코드 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배달 (Delivery)            → 피싱, 웹 취약점 악용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악용 (Exploitation)        → 취약점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설치 (Installation)        → 백도어 설치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명령/제어 (C2)              → 원격 조종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7. 목표 달성 (Actions)         → 데이터 유출, 파괴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ATT&amp;CK Navigator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T1110 Brute Force (SSH 무차별 대입)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T1078 Valid Accounts (로그인 성공)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T1046 Network Service Discovery (포트 스캔)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관찰된 ATT&amp;CK 기법: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T1110 Brute Force (SSH 무차별 대입)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T1078 Valid Accounts (로그인 성공)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T1046 Network Service Discovery (포트 스캔)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T1190 Exploit Public-Facing App (웹 공격)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T1548 Abuse Elevation Control (sudo)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종합 분석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 유형: (SSH 무차별 대입 / 웹 공격 등)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 기간: YYYY-MM-DD HH:MM ~ YYYY-MM-DD HH:MM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출발지: X.X.X.X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 공격 분석 보고서 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분석일: 2026-03-27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분석원: (이름)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[공격 개요]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공격 유형: (SSH 무차별 대입 / 웹 공격 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공격 기간: YYYY-MM-DD HH:MM ~ YYYY-MM-DD HH:MM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출발지: X.X.X.X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대상: (서버명/IP)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[킬 체인 분석]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정찰: (관찰 내용)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무기화: (해당 없음 / 정보 없음)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배달: (공격 방법)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악용: (취약점 이용 내용)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 = 전술(WHY) → 기법(HOW) → 하위기법 체계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14개 전술 = 정찰부터 영향까지 공격의 전 단계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킬 체인 = 공격의 시간순 흐름을 재구성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매핑 = 경보를 ATT&amp;CK 기법에 연결하여 공격 맥락 파악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상관 분석 = 여러 경보를 연결하여 전체 공격 그림 파악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환경의 Wazuh/Suricata 경보를 분석하여 ATT&amp;CK 매핑 표를 작성하시오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관찰된 공격 시나리오를 킬 체인으로 재구성하시오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 분석 보고서를 작성하시오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MITRE ATT&amp;CK (https://attack.mitre.org)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 Navigator (https://mitre-attack.github.io/attack-navigator/)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Lockheed Martin Cyber Kill 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