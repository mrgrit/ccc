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15: 기말 종합 인시던트 대응 훈련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Red Team(공격)과 Blue Team(방어) 역할을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전체 인시던트 대응 사이클(탐지-분석-격리-제거-복구-교훈)을 완수한다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14주간 학습한 관제/분석/대응 기술을 종합 적용한다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실전 수준의 인시던트 대응 보고서를 작성한다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훈련 개요 (10분)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Phase 1: 환경 점검 + 팀 구성 (15분)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Phase 2: Red Team 공격 (30분)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Phase 3: Blue Team 탐지/분석 (40분)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Phase 4: 격리/제거/복구 (30분)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Phase 5: 보고서 + 발표 (40분)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Phase 6: Lessons Learned (15분)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총 소요 시간: 3시간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Phase 1: 환경 점검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Blue Team: 방어 환경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[1] Suricata IPS (secu)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"systemctl is-active suricata 2&gt;/dev/null &amp;&amp; echo 'Suricata: OK' || echo 'Suricata: DOWN'"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[2] nftables (secu)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"echo 1 | sudo -S nft list tables 2&gt;/dev/null | wc -l | xargs -I{} echo 'nftables 테이블: {}'"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[3] Wazuh SIEM (siem)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Phase 2: Red Team 공격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Red Team: 정찰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포트 스캔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port in 22 80 443 3000 8000 8080 3306 5432;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(echo &gt; /dev/tcp/10.20.30.1/$port) 2&gt;/dev/null &amp;&amp; echo "secu:$port OPEN" &amp;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(echo &gt; /dev/tcp/10.20.30.100/$port) 2&gt;/dev/null &amp;&amp; echo "siem:$port OPEN" &amp;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wait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기술 스택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-sI http://localhost:3000/ | grep -iE "^(server|x-powered)"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Phase 3: Blue Team 탐지/분석 (40분)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Blue Team: 경보 수집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Suricata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"tail -20 /var/log/suricata/fast.log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Wazuh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tail -10 /var/ossec/logs/alerts/alerts.json 2&gt;/dev/null |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a = json.loads(line.strip())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rule = a.get('rule',{})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Phase 4: 격리/제거/복구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Blue Team: 즉시 대응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[1] 공격 IP 차단 (시뮬레이션)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 nft add rule inet filter input ip saddr 10.20.30.80 tcp dport 22 drop"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[2] WAF 룰 강화 (시뮬레이션)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 SecRule ARGS \"@rx (?i)(union.*select|or.*1.*=.*1)\" \"deny,status:403\""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[3] 세션 무효화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 JuiceShop 관리자 세션 토큰 갱신 필요"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Phase 5: 보고서 (40분)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개요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타임라인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ATT&amp;CK 매핑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datetime import datetime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report = f"""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{'='*70}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인시던트 대응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{'='*70}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개요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분류: 웹 애플리케이션 침해 (SQLi + 정보 유출)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심각도: High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영향: JuiceShop 전체 사용자 데이터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타임라인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Phase 6: Lessons Learned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01-03: 기초       -&gt; SOC 개론, 시스템/네트워크/웹 로그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04-07: 분석       -&gt; Wazuh, 경보 분석, SIGMA 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08:    중간고사   -&gt; 로그 분석 실습 시험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09-10: 대응(1)    -&gt; 인시던트 절차, 웹 공격 대응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11-12: 대응(2,3)  -&gt; 악성코드, 내부 위협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13:    CTI        -&gt; 위협 인텔리전스, IOC, 위협 헌팅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14:    자동화     -&gt; OpsClaw Agent Daemon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15:    기말       -&gt; 종합 인시던트 대응 훈련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인시던트 대응은 탐지-분석-격리-제거-복구-교훈의 체계적 사이클이다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Red/Blue Team 훈련은 실전 대응 능력을 키우는 최선의 방법이다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ATT&amp;CK 매핑은 공격 이해와 방어 전략의 공통 언어다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자동화와 인간 분석관의 협업이 최적 보안 관제 모델이다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Lessons Learned를 통한 지속적 개선이 보안 성숙도를 높인다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