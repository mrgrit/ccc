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로그 이해 (2) - 네트워크/웹 로그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Apache/nginx 웹 로그의 구조를 분석할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Suricata IPS 로그를 읽고 해석할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nftables 방화벽 로그를 분석할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네트워크/웹 로그에서 공격 패턴을 식별할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웹 서버 로그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호스트 식별자 사용자 [시간] "요청" 상태코드 크기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Suricata IPS 로그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03/27/2026-10:15:03.123456  [**] [1:2001219:20] ET SCAN Potential SSH Scan [**]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[Classification: Attempted Information Leak] [Priority: 2]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{TCP} 10.0.0.1:54321 -&gt; 10.20.30.1:22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nftables 방화벽 로그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nftables 규칙 예시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 add rule inet filter input tcp dport 22 log prefix "SSH-ACCEPT: "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 add rule inet filter input log prefix "DROPPED: " drop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웹 WAF 로그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BunkerWeb 로그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"ls -la /var/log/bunkerweb/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"docker logs bunkerweb 2&gt;/dev/null | tail -20 || echo 'docker 로그 확인 필요'"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WAF에 의해 차단된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"grep ' 403 ' /var/log/bunkerweb/access.log 2&gt;/dev/null | tail -10 ||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grep ' 403 ' /var/log/nginx/access.log 2&gt;/dev/null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로그 통합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시간대의 로그를 여러 소스에서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TARGET_TIME="Mar 27 10:1"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auth.log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'$TARGET_TIME' /var/log/auth.log 2&gt;/dev/null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Suricata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"grep '03/27/2026-10:1' /var/log/suricata/fast.log 2&gt;/dev/null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웹 로그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"grep '27/Mar/2026:10:1' /var/log/nginx/access.log 2&gt;/dev/null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로그 분석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Top 10 접근 IP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awk '{print $1}' access.log | sort | uniq -c | sort -rn | head -10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시간대별 요청 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awk '{print $4}' access.log | cut -d: -f1,2 | sort | uniq -c | sort -rn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상태코드 필터링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awk '$9 == 403 {print $1, $7}' access.log | sort | uniq -c | sort -rn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로그 = 접근 IP, 요청 URI, 상태코드, User-Agent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= fast.log(요약), eve.json(상세), SID/Priority 기반 분류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방화벽 로그 = 차단 이벤트, 포트 스캔 탐지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상관 분석 = 시간/IP 기준으로 여러 로그를 연결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 패턴 = SQLi, XSS, 디렉토리 탐색, 스캐닝, 무차별 대입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서버의 웹 로그에서 공격 시도를 5가지 이상 찾아 보고하시오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fast.log에서 상위 5개 알림 유형을 분석하시오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특정 IP를 선택하여 SSH/IPS/웹 로그에서 해당 IP의 전체 활동을 추적하시오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Apache HTTP Server Log Files Documentation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Documentation: EVE JSON Output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Logging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