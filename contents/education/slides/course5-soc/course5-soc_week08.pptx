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- 로그 분석 + ATT&amp;CK 매핑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유형: 실기 시험 (로그 분석 + 보고서)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시간: 120분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배점: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범위: Week 02~07 (로그, Wazuh, 경보 분석, SIGMA, ATT&amp;CK)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A | 시스템 로그 분석 | 25점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B | 네트워크/웹 로그 분석 | 25점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C | Wazuh 경보 분석 + ATT&amp;CK 매핑 | 30점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D | SIGMA 룰 작성 | 20점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A: 시스템 로그 분석 (25점)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가장 많이 공격받는 서버는? (2점)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가장 활발한 공격자 IP는? (2점)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공격자가 시도한 사용자명 패턴의 의미는? (3점)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실행하여 결과를 분석할 것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각 서버별 SSH 실패 횟수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-n "실패: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-c 'Failed password' /var/log/auth.log 2&gt;/dev/null || echo 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-n "성공: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-c 'Accepted' /var/log/auth.log 2&gt;/dev/null || echo 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공격자 IP Top 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awk '{print \$(NF-3)}' | sort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B: 네트워크/웹 로그 분석 (25점)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가장 빈번한 알림 3가지와 의미를 설명하시오 (6점)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가장 의심스러운 IP와 근거를 제시하시오 (3점)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Priority 1 알림이 있는 경우 상세 분석하시오 (3점)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Suricata 알림 통계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"cat /var/log/suricata/fast.log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알림 유형 Top 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"cat /var/log/suricata/fast.log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grep -oP '\[\*\*\].*?\[\*\*\]' | sort | uniq -c | sort -rn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Priority별 분포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"grep -oP 'Priority: [0-9]+' /var/log/suricata/fast.log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sort | uniq -c | sort -rn"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공격자 IP Top 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"grep -oP '\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C: Wazuh 경보 분석 + ATT&amp;CK 매핑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가장 심각한 경보 3건을 선택하고 상세 분석하시오 (9점)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각 경보가 TP인지 FP인지 판정하고 근거를 제시하시오 (6점)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경보 전체 통계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levels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rules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 = a.get('rule',{})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levels[r.get('level',0)]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rules[f'{r.get(\"id\",\"\")}:{r.get(\"description\",\"\")}']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print('=== 레벨별 ===')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 in sorted(levels.keys(), reverse=True):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D: SIGMA 룰 작성 (20점)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완전한 SIGMA YAML 형식 (title, logsource, detection, level 필수)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ATT&amp;CK 태그 포함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falsepositives 명시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title: (규칙 제목)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id: (UUID)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status: experimental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description: (상세 설명)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author: (이름)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date: 2026/03/27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tags: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attack.(전술)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attack.t(기법번호)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logsource: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product: linux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service: (서비스명)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detection: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selection: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(필드): (값)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 | 로그 분석 정확성, 이상 징후 식별 | 25점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 | 공격 패턴 식별, 상세 분석 | 25점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C-1 | 경보 분석, TP/FP 판정 | 15점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C-2 | ATT&amp;CK 매핑 정확성 (5개 이상) | 15점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 | SIGMA 규칙 완성도, 검증 | 20점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시험 전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서버 접속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-o StrictHostKeyChecking=no -o ConnectTimeout=3 user@$ip "hostname" 2&gt;/dev/null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&amp;&amp; echo "$ip: OK" || echo "$ip: FAIL"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로그 존재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-lh /var/log/auth.log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"ls -lh /var/log/suricata/fast.log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"ls -lh /var/ossec/logs/alerts/alerts.json 2&gt;/dev/null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오픈 북 시험: 강의 자료 + 인터넷 검색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제출: 분석 보고서 + SIGMA 규칙 파일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참조: https://attack.mitre.org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