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07: SIGMA 룰 작성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SIGMA 룰의 구조와 문법을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커스텀 탐지 규칙을 SIGMA 형식으로 작성할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SIGMA 룰을 Wazuh/SIEM 형식으로 변환하는 방법을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환경의 위협에 맞는 탐지 규칙을 개발한다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SIGMA란?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YARA가 파일/악성코드용이라면, SIGMA는 로그/이벤트용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YAML 형식으로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다양한 SIEM으로 변환 가능 (Splunk, ELK, QRadar, Wazuh 등)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SIEM마다 쿼리 문법이 다름 | 하나의 규칙으로 여러 SIEM에 적용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탐지 규칙 공유가 어려움 | 표준화된 형식으로 쉽게 공유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제품 교체 시 규칙 재작성 필요 | 변환기로 자동 변환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SIGMA 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https://attack.mitre.org/techniques/T1110/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attack.credential_access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attack.t1110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title: SSH Brute Force Attempt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id: a8b1c2d3-e4f5-6789-abcd-ef0123456789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status: experimental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description: Detects multiple SSH authentication failures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author: Student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date: 2026/03/27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references: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 https://attack.mitre.org/techniques/T1110/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tags: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 attack.credential_access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 attack.t1110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logsource: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category: authentication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product: linux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detection: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detection 문법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'value1'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'value2'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'value3'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detection: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selection: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FieldName: 'value'            # 정확한 값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FieldName|contains: 'value'   # 포함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FieldName|startswith: 'value'  # 시작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FieldName|endswith: 'value'    # 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FieldName|re: 'regex'          # 정규식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condition: selection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SIGMA 룰 작성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attack.credential_access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attack.t1110.001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Administrator testing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title: SSH Brute Force Detection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id: d1234567-89ab-cdef-0123-456789abcdef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status: experimental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description: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Detects SSH brute force attempts by monitoring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multiple authentication failures from the same source IP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author: Security Course Student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date: 2026/03/27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tags: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 attack.credential_access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 attack.t1110.001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logsource: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category: authentication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product: linux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service: sshd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SIGMA를 Wazuh 규칙으로 변환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SSH Brute Force Detection (SIGMA → Wazuh)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&lt;group name="custom_sigma,"&gt;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&lt;rule id="100100" level="10" frequency="5" timeframe="300"&gt;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&lt;if_matched_sid&gt;5503&lt;/if_matched_sid&gt;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&lt;same_source_ip/&gt;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&lt;description&gt;SIGMA: SSH Brute Force - 5+ failures from same IP in 5min&lt;/description&gt;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&lt;mitre&gt;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&lt;id&gt;T1110.001&lt;/id&gt;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&lt;/mitre&gt;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&lt;group&gt;authentication_failures,sigma,&lt;/group&gt;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&lt;/rule&gt;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&lt;/group&gt;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SIGMA 룰 공유 및 커뮤니티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sigma/rules/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cloud/          # 클라우드 탐지 규칙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linux/          # Linux 탐지 규칙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network/        # 네트워크 탐지 규칙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web/            # 웹 탐지 규칙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windows/        # Windows 탐지 규칙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종합 실습: 커스텀 탐지 규칙 개발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위협 시나리오 정의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필요한 로그 소스 식별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탐지 로직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위협 시나리오 정의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필요한 로그 소스 식별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탐지 로직 설계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SIGMA 룰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실제 로그로 검증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Wazuh 규칙으로 변환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7. 배포 및 모니터링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SIGMA = SIEM 독립적인 탐지 규칙 표준 (YAML 형식)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구조 = logsource(어디서) + detection(무엇을) + level(심각도)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detection = selection + condition + filter 조합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변환 = sigma-cli 또는 수동으로 Wazuh XML로 변환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개발 프로세스 = 위협 정의 → 규칙 작성 → 검증 → 배포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환경의 위협 3가지를 선택하여 SIGMA 규칙을 각각 작성하시오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작성한 규칙을 실제 로그로 검증하시오 (탐지 건수 포함)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1개 규칙을 Wazuh XML 형식으로 변환하시오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SigmaHQ (https://github.com/SigmaHQ/sigma)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SIGMA Specification (https://sigmahq.io/docs/)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pySigma Documentation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Custom Rules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