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12: 인시던트 대응 실습 (3) - 내부 위협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내부 위협(Insider Threat)의 유형과 탐지 방법을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sudo 남용, 비인가 접근, 데이터 유출 시나리오를 분석한다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auditd와 Wazuh를 활용한 내부 행위 모니터링을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내부 위협 인시던트 대응 보고서를 작성한다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내부 위협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시나리오: IT 관리자(user)가 sudo 권한을 남용하여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다른 사용자 파일 열람 및 외부 전송 시도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모니터링: auditd -&gt; Wazuh SIEM -&gt; SOC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탐지: sudo 남용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sudo 사용 이력 분석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전체 sudo 명령 이력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최근 sudo 명령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grep "sudo:" /var/log/auth.log 2&gt;/dev/null | tail -15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sudo 사용 통계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grep "sudo:" /var/log/auth.log 2&gt;/dev/null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grep "COMMAND="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sed 's/.*COMMAND=//'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sort | uniq -c | sort -rn | head -10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분석: 내부 위협 시나리오 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시나리오 1: sudo 파일 열람 시뮬레이션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Step 1: 다른 사용자 디렉토리 접근 시도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ls /root/ 2&gt;&amp;1 | head -3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"(일반 사용자로는 접근 불가)"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Step 2: sudo로 접근 (권한 남용)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"1" | sudo -S ls /root/ 2&gt;/dev/null | head -5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"--- Step 3: 접근 로그 확인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grep "sudo.*COMMAND.*ls.*root" /var/log/auth.log 2&gt;/dev/null | tail -3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대응 (Response)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계정 비활성화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활성 세션 강제 종료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SSH 키 비활성화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계정 비활성화 절차 (교육용)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 &lt;&lt; 'PROCEDURE'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내부 위협 확인 시 즉시 대응 절차: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계정 비활성화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$ sudo usermod -L [username]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$ sudo chage -E 0 [username]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활성 세션 강제 종료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$ sudo pkill -u [username]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SSH 키 비활성화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$ sudo mv /home/[user]/.ssh/authorized_keys /home/[user]/.ssh/authorized_keys.disabled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보고서 작성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"SOC 인시던트 대응 보고서 작성 전문가입니다. 한국어로 전문적인 보고서를 작성합니다."},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"다음 내부 위협 인시던트 보고서를 작성하세요:\n\n사건: IT 관리자가 sudo로 /etc/shadow, /root/ 접근 후 tar로 수집, curl로 외부 전송 시도, 증거 삭제\n탐지: auth.log sudo 이력 -&gt; Wazuh 경보 -&gt; SOC\n대응: 계정 잠금, sudo 제거, 세션 종료\n\n1) 타임라인 2) ATT&amp;CK 매핑 3) 재발 방지 권고"}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내부 위협 방지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controls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"기술적 통제":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("최소 권한 원칙", "필요 최소한의 sudo 명령만 허용"),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("DLP", "민감 데이터 외부 전송 차단"),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("UEBA", "사용자 행위 이상 탐지"),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("네트워크 세분화", "내부 네트워크 접근 제한"),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("MFA", "중요 시스템 다중 인증"),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"관리적 통제":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("접근 리뷰", "분기별 권한 점검"),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("퇴직자 절차", "즉시 계정 비활성화"),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("보안 교육", "내부 위협 인식 교육"),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("감사 로그", "모든 관리자 행위 기록"),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내부 위협은 악의적 내부자, 부주의, 권한 남용, 계정 탈취로 분류된다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auth.log와 auditd는 내부 행위 모니터링의 핵심 데이터 소스다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UEBA 관점에서 사용자 행위 패턴 이상을 탐지해야 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내부 위협 확인 시 계정 잠금, 세션 종료, 증거 보전 순서로 대응한다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최소 권한 원칙과 정기 접근 리뷰가 예방의 핵심이다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기술적 + 관리적 + 탐지적 통제를 조합해야 효과적이다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13: 위협 인텔리전스(CTI) 활용 - OpenCTI 연동, IOC 조회, 위협 헌팅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13: 위협 인텔리전스(CTI) 활용 - OpenCTI 연동, IOC 조회, 위협 헌팅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