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위협 인텔리전스 (CTI)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위협 인텔리전스(CTI)의 개념과 유형을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IOC(Indicator of Compromise)를 수집하고 활용한다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Wazuh와 CTI 데이터를 연동하여 위협 헌팅을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STIX/TAXII 포맷의 위협 정보를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위협 인텔리전스 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수집 (Collection) -&gt; 처리 (Processing) -&gt; 분석 (Analysis)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배포 (Dissemination) &lt;- 생산 (Production) &lt;- 분석 완료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피드백 (Feedback) -&gt; 수집 요구사항 갱신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IOC 수집과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CDB 리스트 생성 (/var/ossec/etc/lists/)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ossec.conf에 리스트 등록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커스텀 룰에서 CDB 매칭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교육용 IOC 데이터베이스 시뮬레이션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ioc_database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"malicious_ips":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{"ip": "45.33.32.156", "type": "C2 Server", "country": "US", "confidence": 95},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{"ip": "185.220.101.35", "type": "Tor Exit Node", "country": "DE", "confidence": 100},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{"ip": "91.219.236.222", "type": "Botnet C2", "country": "RU", "confidence": 88},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{"ip": "23.129.64.0/24", "type": "Tor Network", "country": "US",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STIX/TAXII 위협 정보 포맷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stix_indicator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"type": "indicator",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"spec_version": "2.1",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"id": "indicator--a1b2c3d4-e5f6-7890-abcd-ef1234567890",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"created": "2026-03-27T00:00:00Z",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"C2 Server IP",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"description": "Known command and control server",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"indicator_types": ["malicious-activity"],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"pattern": "[ipv4-addr:value = '45.33.32.156']",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"pattern_type": "stix",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"valid_fr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위협 헌팅 (Threat Hunting)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위협 헌팅 실습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"가설: 내부 서버에서 외부 C2 서버로 비콘 통신이 발생하고 있다"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Hunt 1: 비정상 외부 연결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 -tn 2&gt;/dev/null | awk '{print $5}' | grep -v "^$\|127.0.0.1\|10.20.30\|192.168\|::1"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sort | uniq -c | sort -rn | head -5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"(외부 연결 목록)"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Hunt 2: 비정상 DNS 쿼리 (긴 도메인 = 터널링 징후)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-o "[a-zA-Z0-9.-]*\.[a-z]*" /var/log/syslog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'{if(length($0) &gt; 40) print "LONG:", $0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CTI 자동화와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collect_iocs():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"""CTI 소스에서 IOC 수집 (시뮬레이션)"""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"ips":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{"value": "45.33.32.156", "type": "c2", "confidence": 95},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{"value": "185.220.101.35", "type": "tor", "confidence": 100},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"domains":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{"value": "evil-update.com", "type": "phishing"},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{"value": "c2-beacon.xyz", "t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CTI는 전략적/전술적/운영적/기술적 4가지 유형으로 분류된다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IOC(IP, 도메인, 해시)를 SIEM/IPS에 연동하여 자동 탐지한다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STIX 2.1은 위협 정보 교환의 표준 포맷이다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헌팅은 가설 기반으로 능동적으로 위협을 탐색한다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CDB 리스트로 IOC를 SIEM 경보에 통합할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CTI 자동화로 수집-연동-탐지 사이클을 효율화한다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자동화 관제 - OpsClaw Agent Daemon 자율 탐지 에이전트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14: 자동화 관제 - OpsClaw Agent Daemon 자율 탐지 에이전트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