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09: 인시던트 대응 절차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인시던트 대응의 6단계 프로세스를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NIST SP 800-61 기반 대응 절차를 설명할 수 있다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각 단계별 실제 수행 활동을 익힌다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실습 환경에서 대응 준비 상태를 점검한다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1. 인시던트 대응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수백만 건/일 | 수십~수백 건/일 | 0~수 건/일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모든 로그 | 규칙 매칭 | 실제 위협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대응 6단계 (NIST SP 800-61)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준비 (Preparation)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탐지/분석 (Detection &amp; Analysis)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격리/억제 (Containment)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준비 (Preparation)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탐지/분석 (Detection &amp; Analysis)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격리/억제 (Containment)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근절 (Eradication)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복구 (Recovery)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사후 활동 (Post-Incident Activity)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1단계: 준비 (Preparation)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탐지 도구 상태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탐지 도구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"Wazuh Manager: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"systemctl is-active wazuh-manager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"Suricata IPS: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"systemctl is-active suricata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대응 도구 상태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대응 도구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"방화벽(nftables):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2&gt;/dev/null | head -1 &amp;&amp; echo 'OK'"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-n "Active Response: 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"ls /var/ossec/active-re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2단계: 탐지 및 분석 (Detection &amp; 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인시던트 의심 시 수행하는 초기 분석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초기 분석 시작: $(date)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고위험 알림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"[1] 최근 고위험 알림"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a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 = a.get('rule',{})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r.get('level',0) &gt;= 10: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print(f'  {a.get(\"timestamp\",\"\")} [{r[\"level\"]}] {r.get(\"description\",\"\")}')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3단계: 격리/억제 (Containment)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의심 IP 차단 (secu 서버 방화벽)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주의: 실제 차단은 주의하여 수행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IP 차단 예시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"sudo nft add rule inet filter input ip saddr 10.0.0.1 drop"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"(실제 실행하지 않음 - 시연용)"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계정 잠금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계정 잠금 예시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"sudo passwd -l suspicious_user"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활성 세션 확인 및 종료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"who"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"강제 종료: sudo pkill -u suspicious_user"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의심 프로세스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4단계: 근절 (Eradication)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악성 파일 제거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"find / -name '*.php' -newer /tmp/reference_time -type f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백도어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cron 작업 확인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"crontab -l 2&gt;/dev/null; ls -la /etc/cron.d/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authorized_keys 확인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"cat ~/.ssh/authorized_keys 2&gt;/dev/null || echo '없음'"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비밀번호 변경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비밀번호 변경 필요 계정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user@192.168.208.142 "awk -F: '\$3&gt;=1000 &amp;&amp; \$3&lt;65534 {print \$1}'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4. 취약점 패치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5단계: 복구 (Recovery)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1. 서비스 정상 동작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서비스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ip in 192.168.208.142 192.168.208.150 192.168.208.151 192.168.208.152; do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echo "--- $ip ---"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sshpass -p1 ssh user@$ip "systemctl list-units --type=service --state=failed --no-pager"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done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2. 모니터링 강화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모니터링 상태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"systemctl is-active wazuh-manager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3. 방화벽 규칙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2&gt;/dev/null | wc -l"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6단계: 사후 활동 (Lessons Learned)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인시던트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유형: (SSH 무차별 대입 / 웹 공격 등)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발생일시: YYYY-MM-DD HH:MM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 인시던트 사후 보고서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인시던트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유형: (SSH 무차별 대입 / 웹 공격 등)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발생일시: YYYY-MM-DD HH:MM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탐지일시: YYYY-MM-DD HH:MM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종료일시: YYYY-MM-DD HH:MM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MTTD (탐지까지 시간): X시간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MTTR (복구까지 시간): X시간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타임라인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HH:MM - 공격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HH:MM - 탐지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HH:MM - 분석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HH:MM - 격리 조치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9. 대응 플레이북 개념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탐지: Wazuh Rule 5710 (Level 10+)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분석: auth.log에서 출발지 IP, 시도 횟수, 성공 여부 확인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격리: nftables에서 출발지 IP 차단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[SSH 무차별 대입 플레이북]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탐지: Wazuh Rule 5710 (Level 10+)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분석: auth.log에서 출발지 IP, 시도 횟수, 성공 여부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격리: nftables에서 출발지 IP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근절: 비밀번호 변경, SSH 키 기반 인증 전환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복구: SSH 서비스 정상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사후: MaxAuthTries 강화, fail2ban 도입 검토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[웹 공격 플레이북]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탐지: Suricata Alert, WAF 차단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분석: 공격 유형(SQLi/XSS) 확인, 성공 여부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3. 격리: WAF 규칙 강화, 출발지 IP 차단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4. 근절: 취약점 패치, 입력값 검증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5. 복구: 웹 서비스 정상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6. 사후: 보안 코딩 교육, 정기 모의해킹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10.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6단계 = 준비 → 탐지/분석 → 격리 → 근절 → 복구 → 사후활동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준비 = 도구, 팀, 절차, 훈련이 핵심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격리 = 네트워크 차단, 계정 잠금, 서비스 중지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MTTD/MTTR = 탐지/복구 시간 = SOC의 핵심 성과 지표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사후 활동 = 교훈을 통한 지속적 개선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실습 환경의 인시던트 대응 준비 상태를 점검하고 보고하시오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"SSH 무차별 대입 공격" 시나리오에 대한 대응 플레이북을 작성하시오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초기 분석 스크립트를 작성하여 인시던트 의심 시 즉시 실행할 수 있도록 하시오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NIST SP 800-61 Rev.2: Computer Security Incident Handling Guide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SANS Incident Handler's Handbook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KISA 침해사고 대응 가이드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