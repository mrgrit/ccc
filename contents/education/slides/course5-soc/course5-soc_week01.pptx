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01: 보안관제(SOC) 개론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보안관제센터(SOC)의 개념과 필요성을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SOC 분석가의 역할 분류(L1/L2/L3)와 업무 범위를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SOC 운영 워크플로우(모니터링 → 탐지 → 분석 → 대응 → 보고)를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주요 SOC 성과 지표(MTTD, MTTR)의 의미를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 대시보드에 접속하여 기본 알림 구조를 이해할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보안관제센터(SOC)란?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119 소방관제센터                    보안관제센터(SOC)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───────────────                    ─────────────────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화재 감지기 → 신고 접수             보안 장비 → 로그/알림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상황 판단 (진짜 화재?)              이벤트 분석 (진짜 공격?)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소방차 출동                         사고 대응 (차단, 격리)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진화 완료 보고                      사고 종료 보고서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화재 원인 조사                      사후 분석 (포렌식)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재발 방지 대책                      재발 방지 조치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SOC 인력 구조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대시보드에서 새 알림 확인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알림 내용 검토 (규칙, 소스 IP, 목적지, 시간)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Playbook에서 해당 알림 유형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L3: 위협 헌터 / 시니어 분석가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(Threat Hunter / Senior Analyst)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사전 위협 탐색, 포렌식, 도구 개발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경력 5년+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────────────────────────────────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L2: 사고 대응 분석가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(Incident Responder)       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SOC 운영 워크플로우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네트워크 장비 (방화벽, 라우터, IDS/IPS)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서버 (OS 로그, 애플리케이션 로그)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엔드포인트 (EDR, 안티바이러스)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┌──────────┐    ┌──────────┐    ┌──────────┐    ┌──────────┐    ┌──────────┐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1. 모니터링│───→│ 2. 탐지   │───→│ 3. 분석   │───→│ 4. 대응   │───→│ 5. 보고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Monitor  │    │ Detect   │    │ Analyze  │    │ Respond  │    │ Report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└──────────┘    └──────────┘    └──────────┘    └──────────┘    └──────────┘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↑                 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└───────────────── 피드백/개선 ──────────────────────────────────┘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SOC 핵심 지표 (KPI/KRI)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 시작 ──── MTTD ────→ 탐지 ──── MTTR ────→ 대응 완료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                    │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└── 이 구간이 길수록 ──→ └── 이 구간이 길수록 ──→ 피해 증가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피해 증가                피해 증가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이상적: MTTD &lt; 1시간, MTTR &lt; 4시간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현실: 평균 MTTD = 197일 (IBM 2025 보고서)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SOC 핵심 도구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SIEM에서 알림 수신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소스 IP 자동 조회 (CTI)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위험도가 높으면 방화벽에 자동 차단 규칙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┌──── secu (Agent) 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│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├──── web (Agent) ──────┤──→ Wazuh Manager ──→ Wazuh Indexer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│                       │    (로그 수집/분석)    (로그 저장/검색)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└──── opsclaw (Agent) ──┘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   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   Wazuh Dashboard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   (시각화/알림 관리)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 1: Wazuh 대시보드 접속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브라우저에서 `https://10.20.30.100:443` 접속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"연결이 비공개가 아닙니다" 경고 → 고급 → 안전하지 않음 (계속) 클릭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로그인 화면에서: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"sudo systemctl status wazuh-manager --no-pager | head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실습 2: Wazuh 에이전트 상태 확인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시스템 로그 (syslog, auth.log)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파일 무결성 변경 사항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프로세스 목록 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"sudo /var/ossec/bin/agent_control -l 2&gt;/dev/null || sudo /var/ossec/bin/manage_agents -l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실습 3: Wazuh 알림 확인 및 구조 이해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"sudo tail -5 /var/ossec/logs/alerts/alerts.json" 2&gt;/dev/null | python3 -m json.tool 2&gt;/dev/null | head -50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실습 4: MITRE ATT&amp;CK 매핑 이해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알림 분류: "이 알림은 T1110 (Brute Force)에 해당한다"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 단계 파악: "초기 접근 단계이므로 아직 침투 성공 전이다"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다음 행동 예측: "무차별 대입 성공 시 T1078 (유효 계정)으로 진행할 것"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전술(Tactics) = "무엇을 하려는가?" (목적)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기법(Techniques) = "어떻게 하는가?" (방법)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전술 흐름: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초기 접근 → 실행 → 지속성 → 권한상승 → 방어회피 →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인증정보접근 → 탐색 → 횡이동 → 수집 → 유출 → 영향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10. 실습 5: SOC 분석가 체험 — 알림 트리아지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이 알림의 rule level은 몇인가? 어느 정도의 위험인가?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소스 IP는 어디인가? 내부인가 외부인가?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MITRE ATT&amp;CK 어떤 전술/기법에 매핑되는가?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잘못된 비밀번호로 secu에 SSH 시도 (의도적 실패)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 wrongpassword ssh -o StrictHostKeyChecking=no user@10.20.30.1 "echo test"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 wrongpassword ssh -o StrictHostKeyChecking=no user@10.20.30.1 "echo test"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 wrongpassword ssh -o StrictHostKeyChecking=no user@10.20.30.1 "echo test"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"3회 로그인 실패 생성 완료"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알림 현황 요약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전체 알림 수: ___건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레벨별 분포: Level 0-3: ___건, Level 4-7: ___건, Level 8+: ___건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SOC 일일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───────────────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일자: 2026-03-27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작성자: (학번/이름)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알림 현황 요약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전체 알림 수: ___건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레벨별 분포: Level 0-3: ___건, Level 4-7: ___건, Level 8+: ___건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에이전트별 분포: secu: ___건, web: ___건, opsclaw: ___건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주요 알림 Top 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(rule_id, description, level, 발생 횟수)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MITRE ATT&amp;CK 매핑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(발견된 전술/기법 목록)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SOC의 정의와 필요성을 설명할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L1/L2/L3 분석가의 역할 차이를 설명할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SOC 워크플로우 5단계를 순서대로 나열할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MTTD, MTTR의 의미와 중요성을 설명할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Wazuh Manager 서비스 상태 확인 완료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Wazuh Dashboard 접속 성공 (또는 curl로 HTTP 응답 확인)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Wazuh 에이전트 목록 조회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알림 JSON 구조의 주요 필드(rule.id, level, mitre)를 이해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SSH 실패 알림 생성 및 관찰 완료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MITRE ATT&amp;CK 매핑의 의미를 이해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알림 트리아지(분류/판단)를 수행할 수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규칙 구조 (XML 형식) 상세 학습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커스텀 탐지 규칙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 검색 쿼리 (KQL/Lucene) 사용법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실습: 특정 공격 패턴을 탐지하는 커스텀 규칙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실습: 대시보드에서 알림 필터링 및 조사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**Week 02: SIEM 심화 — Wazuh 규칙과 로그 분석**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