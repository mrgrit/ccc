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경보 분석 (1) -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보안 경보(Alert)의 분류 체계를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True Positive / False Positive를 구분할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경보 레벨과 우선순위 결정 기준을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경보를 체계적으로 분석하는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경보(Alert)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이벤트 (수만~수백만 건/일)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경보 (수십~수백 건/일)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→ 인시던트 (0~수 건/일)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True/False Positive/Negative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FP (오탐)가 많으면: 분석원 피로 → "경보 피로(Alert Fatigue)"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FN (미탐)이 많으면: 실제 공격을 놓침 → 사고 발생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SOC의 목표: FP를 줄이면서 FN도 줄이기 (균형이 핵심)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경보 샘플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alerts = []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r.get('level',0) &gt;= 5: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alerts.append({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'time': a.get('timestamp',''),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'level': r.get('level',0),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'rule_id': r.get('id',''),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'desc': r.get('description',''),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'agen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경보 분류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레벨/심각도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출발지 IP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규칙 설명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경보 수신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[1단계] 초기 분류 (Triage)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레벨/심각도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출발지 IP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규칙 설명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[2단계] 상세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전체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이전 이력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관련 경보 상관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[3단계] 판정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TP → 인시던트 생성,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FP → 규칙 튜닝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실습: 경보 분석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오늘의 경보 현황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levels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rules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agents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levels[r.get('level',0)]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rules[r.get('description','unknown')]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agents[a.get('agent',{}).get('name','unknown')]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경보 판별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실패 경보 중 TP/FP 판별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IP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for(i=1;i&lt;=NF;i++) if($i==\"from\") ip=$(i+1)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사용자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for(i=1;i&lt;=NF;i++) if($i==\"for\" &amp;&amp; $(i+1)!=\"invalid\") user=$(i+1)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 ip, 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sort | uniq -c | sort -rn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내부 IP 대역 확인 (FP 가능성)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192.168.x.x, 10.x.x.x = 내부 → FP 가능성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그 외 = 외부 → TP 가능성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경보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반복되는 FP 경보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rules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rules[f'{r.get(\"id\",\"\")}:{r.get(\"description\",\"\")}']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print('=== 가장 많이 발생하는 경보 (FP 후보) ===')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desc, cnt in rules.most_common(10):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  {cnt:5d}건: {desc}')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\" 2&gt;/dev/null"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경보 분석 보고서 양식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총 경보: XXX건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Critical(12+): X건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High(8-11): X건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 경보 분석 보고서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날짜: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분석원: (이름)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[경보 요약]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총 경보: XXX건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Critical(12+): X건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High(8-11): X건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Medium(4-7): X건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Low(0-3): X건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[분석 결과]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No | 규칙ID | 설명 | 건수 | 판정(TP/FP) | 근거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|----|--------|------|------|------------|------|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1 | 5710 | SSH auth failed | 150 | TP(30)/FP(120) | 외부IP=TP, 내부IP=FP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TP/FP 판별 = SOC 분석원의 핵심 역량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초기 분류(Triage) = 레벨, IP, 시간, 빈도로 빠르게 판단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상관 분석 = 단일 경보가 아닌 연관 경보를 함께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경보 피로 = FP가 많으면 실제 위협을 놓칠 위험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튜닝 = 반복되는 FP를 줄여 분석 효율 향상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알림 중 Level 8 이상을 모두 추출하여 TP/FP로 분류하시오 (근거 포함)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가장 많이 발생하는 경보 Top 5를 분석하고 FP 여부를 판정하시오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경보 분석 보고서를 작성하시오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SANS SOC Analyst Handbook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Alert Levels Documentation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Metrics: MTTD, MTTR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