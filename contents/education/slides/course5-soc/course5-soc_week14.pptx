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14: 자동화 관제 - OpsClaw Agent Daemon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AI 기반 자율 보안 관제의 개념을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OpsClaw Agent Daemon의 explore/daemon/stimulate 기능을 사용한다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자율 탐지 에이전트를 구성하고 자극 테스트를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자동화 관제의 장점과 한계를 분석한다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자동화 관제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+---------------------------------------------+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             OpsClaw Manager API          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             (http://localhost:8000)       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+-----------+-----------+-----------------------+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          |           |                   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 Explore  |  Daemon   |  Stimulate        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 (탐색)    |  (감시)    |  (자극 테스트)     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          |           |                   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 환경 파악  |  주기적    |  의도적 공격       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 자산 조사  |  로그 조회  |  탐지 능력 검증    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+-----------+-----------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Explore: 환경 탐색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export OPSCLAW_API_KEY=opsclaw-api-key-2026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Phase 1: 프로젝트 생성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PROJECT=$(curl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$OPSCLAW_API_KEY"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'{"name":"soc-explore-demo","request_text":"보안 관제 환경 탐색","master_mode":"external"}')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PROJECT_ID=$(echo "$PROJECT" | python3 -c "import json,sys;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"Project ID: $PROJECT_ID"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Stage 전환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Daemon: 주기적 관제 순환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&lt;&lt; 'SCRIPT' &gt; /tmp/soc_daemon.sh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#!/bin/bash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OLLAMA_URL="http://192.168.0.105:11434/v1/chat/completions"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SOC Daemon 시작 ($(date))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Suricata 최신 경보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"[1] Suricata 경보 수집"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SURICATA_ALERTS=$(sshpass -p1 ssh -o StrictHostKeyChecking=no user@10.20.30.1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"tail -20 /var/log/suricata/fast.log 2&gt;/dev/null" 2&gt;/dev/null)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 수집: $(echo "$SURICATA_ALERTS" | wc -l)줄"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Wazuh 최신 경보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"[2] Waz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Stimulate: 자극 테스트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export OPSCLAW_API_KEY=opsclaw-api-key-2026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자극 테스트: 포트 스캔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"http://localhost:8000/projects/$PROJECT_ID/dispatch"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$OPSCLAW_API_KEY"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"command": "for port in 22 80 443 3306 5432 8080; do timeout 1 bash -c \"echo &gt; /dev/tcp/10.20.30.1/$port\" 2&gt;/dev/null &amp;&amp; echo \"Port $port: OPEN\" || echo \"Port $port: CLOSED\"; done",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"subagent_url": "http://192.168.208.151:8002"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자동 대응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detect(log_entry):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keywords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"critical": ["reverse shell", "root login", "data exfiltration"],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"high": ["sql injection", "brute force", "privilege escalation"],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"medium": ["port scan", "directory traversal", "xss"],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"low": ["404 error", "invalid user agent"],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for severity, patterns in keywords.items():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for pattern in patterns: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if pat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자동화 관제의 한계와 인간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roles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"자동화(AI) 담당":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"대량 로그 수집 및 정규화",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"알려진 패턴 매칭 (시그니처)",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"반복적 1차 분류 (L1 티켓팅)",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"IOC 자동 업데이트 및 매칭",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"정기 보고서 자동 생성",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"규칙 기반 자동 차단",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"인간(분석관) 담당":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"제로데이 공격 분석",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"비즈니스 컨텍스트 판단",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"오탐/정탐 최종 판별",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 Agent Daemon은 explore/daemon/stimulate 3단계로 자율 관제한다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LLM은 경보 1차 분석과 분류를 자동화하여 분석관 부담을 줄인다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에스컬레이션 임계값으로 자동 경보 분류와 상위 통보를 구현한다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자극 테스트로 탐지 능력을 지속적으로 검증해야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 대응 파이프라인은 탐지-분석-대응을 연결한다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AI는 인간을 대체가 아닌 증강하며, 최종 판단은 인간이 수행한다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15: 기말 종합 인시던트 대응 훈련 - Red Team vs Blue Team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15: 기말 종합 인시던트 대응 훈련 - Red Team vs Blue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