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04: 인증/세션 관리 점검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웹 애플리케이션의 인증 메커니즘을 이해하고 점검할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비밀번호 정책의 적절성을 평가한다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세션 관리(생성, 유지, 만료)의 보안성을 점검한다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JWT(JSON Web Token)의 구조를 이해하고 취약점을 검증한다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인증(Authentication) 개요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사용자 → 로그인 폼에 ID/PW 입력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서버 → DB에서 ID/PW 확인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서버 → 세션ID 또는 JWT 토큰 발급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사용자 → 로그인 폼에 ID/PW 입력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서버 → DB에서 ID/PW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서버 → 세션ID 또는 JWT 토큰 발급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사용자 → 이후 요청에 세션ID/토큰 포함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서버 → 세션ID/토큰으로 사용자 식별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JuiceShop 계정 생성 및 로그인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 회원가입 API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-X POST http://10.20.30.80:3000/api/Users/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"email": "student@test.com",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"password": "Test1234!",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"passwordRepeat": "Test1234!",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"securityQuestion": {"id": 1, "question": "Your eldest siblings middle name?"},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"securityAnswer": "test"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응답에서 user 정보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비밀번호 정책 점검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테스트 1: 매우 짧은 비밀번호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http://10.20.30.80:3000/api/Users/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'{"email":"weak1@test.com","password":"1","passwordRepeat":"1","securityQuestion":{"id":1},"securityAnswer":"a"}'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테스트 2: 숫자만으로 구성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http://10.20.30.80:3000/api/Users/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'{"email":"weak2@test.com","password":"12345","passwordRepeat":"12345","securityQuestion":{"id":1},"securityAnswer":"a"}'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테스트 3: 흔한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세션 관리 점검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JuiceShop는 JWT 사용 → 여러 번 로그인하여 토큰 비교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 in 1 2 3;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token=$(curl -s -X POST http://10.20.30.80:3000/rest/user/login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-d '{"email":"student@test.com","password":"Test1234!"}' | python3 -c "import sys,json; print(json.load(sys.stdin)['authentication']['token'])" 2&gt;/dev/null)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"토큰 $i: ${token:0:50}..."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매번 다른 토큰이 발급되어야 정상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JWT 분석 및 점검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HEADER.PAYLOAD.SIGNATURE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Header:  {"alg":"HS256","typ":"JWT"}  → Base64 인코딩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Payload: {"email":"admin","role":"admin","iat":1234567890}  → Base64 인코딩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Signature: HMACSHA256(header + "." + payload, secret)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다양한 약한 비밀번호(1자, 숫자만, 흔한 단어 등)로 가입을 시도하라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어떤 비밀번호가 허용/거부되는지 표로 정리하라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JuiceShop의 비밀번호 정책을 평가하고 개선 권고를 작성하라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JWT 토큰의 유효 기간을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로그아웃 후 토큰이 여전히 유효한지 테스트하라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다중 로그인이 가능한지 확인하라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결과를 보고서 형식으로 정리하라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JWT를 디코딩하여 포함된 정보를 모두 나열하라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민감 정보가 JWT에 포함되어 있는지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alg=none 공격이 통하는지 테스트하라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비밀번호 정책 | 길이, 복잡성, 사전단어 | curl + 가입 API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무차별 대입 | 계정 잠금, Rate Limiting | curl 반복 호출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세션 만료 | 타임아웃 설정 | JWT exp 필드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로그아웃 | 서버 측 무효화 | 토큰 재사용 테스트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JWT 보안 | alg, 서명 키 강도 | Python 디코딩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