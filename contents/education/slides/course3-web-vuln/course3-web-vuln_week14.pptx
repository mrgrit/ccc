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14: 취약점 점검 보고서 작성법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CVSS v3.1 점수 체계를 이해하고 취약점에 적용할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재현 가능한 취약점 증명(PoC) 절차를 작성할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전문적인 취약점 점검 보고서를 작성할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권고사항을 위험도와 구현 난이도 기준으로 우선순위화한다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취약점 점검 보고서 구조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표지 (프로젝트명, 일시, 점검 범위, 점검자)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요약 (Executive Summary)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점검 결과 요약 (통계)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표지 (프로젝트명, 일시, 점검 범위, 점검자)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요약 (Executive Summary)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점검 결과 요약 (통계)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주요 발견사항 (Top 3)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전체 위험도 평가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점검 범위 및 방법론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대상 시스템 목록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사용 도구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점검 방법론 (OWASP Testing Guide)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발견사항 상세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취약점별 상세 기술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5. 권고사항 (우선순위별)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6. 부록 (도구 출력, 스크린샷, 참고자료)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CVSS v3.1 점수 체계 (25분)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CVSS v3.1 간이 계산기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cvss_score(av, ac, pr, ui, scope, c, i, a):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"""CVSS v3.1 Base Score 간이 계산"""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av_val = {"N": 0.85, "A": 0.62, "L": 0.55, "P": 0.20}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ac_val = {"L": 0.77, "H": 0.44}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# Scope Unchanged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pr_u = {"N": 0.85, "L": 0.62, "H": 0.27}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# Scope Changed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pr_c = {"N": 0.85, "L": 0.68, "H": 0.50}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ui_val = {"N": 0.85, "R": 0.62}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cia_val = {"N": 0, "L": 0.22, "H":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취약점 상세 기술 작성 (25분)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설명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영향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재현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[V-XXX] 취약점 제목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심각도: Critical / High / Medium / Low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CVSS: X.X (벡터 문자열)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CWE: CWE-XXX (분류명)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OWASP: A01:2021 - 카테고리명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설명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(취약점의 기술적 설명, 2-3문장)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영향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(비즈니스/기술적 영향, 구체적으로)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재현 절차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권고사항 작성과 우선순위화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구현 난이도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낮음        높음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┌──────────┬──────────┐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높  │  즉시    │  계획    │  위험도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음  │  시행    │  수립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├──────────┼──────────┤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낮  │  일반    │  장기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음  │  개선    │  과제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└──────────┴──────────┘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LLM을 활용한 보고서 자동화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Ollama LLM으로 취약점 설명 자동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"보안 컨설턴트입니다. 취약점 점검 보고서를 작성합니다. 한국어로 전문적이고 간결하게 작성하세요."},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"다음 취약점의 보고서 항목을 작성하세요:\n\n취약점: SQL Injection\n위치: POST /rest/user/login (email 파라미터)\n페이로드: {\"email\":\"'"'"' OR 1=1--\",\"password\":\"x\"}\n결과: 인증 토큰 발급 (관리자 계정 포함)\n\n[설명], [영향], [권고사항]을 각각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보고서 품질 체크리스트 (10분)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checklist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("표지", "프로젝트명, 일시, 점검 범위, 점검자 정보"),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("요약", "비기술 경영진도 이해할 수 있는 수준"),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("통계", "심각도별 취약점 수 그래프/표"),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("재현성", "모든 취약점에 단계별 재현 절차"),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("증거", "요청/응답 원문 또는 스크린샷 첨부"),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("CVSS", "모든 취약점에 CVSS 벡터 + 점수"),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("CWE", "모든 취약점에 CWE ID 부여"),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("영향", "비즈니스 관점 영향 분석"),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("권고", "구체적 코드/설정 수정 방법 제시"),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("우선순위", "위험도 + 난이도 기반 우선순위"),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("참고자료", "OWASP, CWE, CVE 링크"),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("맞춤법",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취약점 보고서는 재현성, 증거, 비즈니스 영향이 핵심이다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CVSS v3.1로 객관적 심각도를 산출하고 우선순위를 결정한다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권고사항은 구체적 코드/설정 수준으로 제시해야 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경영진용(요약)과 개발팀용(상세)을 분리하여 작성한다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LLM을 활용하면 보고서 초안 작성 효율을 높일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품질 체크리스트로 보고서 완성도를 검증한다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15: 기말 종합 웹취약점 점검 프로젝트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15: 기말 종합 웹취약점 점검 프로젝트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