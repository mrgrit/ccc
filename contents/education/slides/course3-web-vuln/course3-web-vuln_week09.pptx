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접근제어 점검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수평적/수직적 권한 상승의 차이를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IDOR(Insecure Direct Object Reference)를 탐지하고 공격할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API 접근제어의 취약점을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다양한 접근제어 우회를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접근제어 개요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수직적 (Vertical)        수평적 (Horizontal)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┌──────────┐            ┌─────┬─────┐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 관리자   │ ← 목표    │ 유저A │ 유저B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├──────────┤            │     │ ← 목표│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│ 일반유저  │ ← 현재    │현재  │     │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└──────────┘            └─────┴─────┘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IDOR (Insecure Direct Object Reference)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정상: GET /api/basket/1  (내 장바구니, ID=1)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공격: GET /api/basket/2  (다른 사용자 장바구니, ID=2)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수직적 권한 상승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일반 사용자 토큰으로 관리자 API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관리자 기능 접근 시도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관리자 페이지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"관리자 페이지: %{http_code}\n"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http://10.20.30.80:3000/administration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사용자 목록 (관리자 전용)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"사용자 목록: %{http_code}\n"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http://10.20.30.80:3000/api/Users/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피드백 삭제 (관리자 전용)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"피드백 삭제: %{http_code}\n" \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인증 없는 접근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인증 헤더 없이 각 API에 접근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인증 없이 접근 가능한 API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APIS=(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"api/Products/1"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"api/Feedbacks/"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"api/Challenges/"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"api/SecurityQuestions/"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"api/Users/"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"api/Complaints/"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"api/Recycles/"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"api/Quantitys/"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"rest/products/search?q=test"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"rest/user/whoami"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"rest/basket/1"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API 접근제어 점검 (15분)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API 응답에 불필요한 정보가 포함되는지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응답 필드 점검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상품 API - password 해시 등 민감 정보 포함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http://10.20.30.80:3000/api/Products/1 | python3 -c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data = json.load(sys.stdin).get('data', 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print('포함된 필드:')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key in data.keys():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print(f'  - {key}: {str(data[key])[:50]}')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사용자 API - password 해시 노출 여부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모든 ID 기반 API에서 IDOR을 테스트하라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다른 사용자의 장바구니, 주문, 프로필을 조회할 수 있는지 확인하라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IDOR이 가능한 API와 불가능한 API를 비교 분석하라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일반 사용자로 관리자 기능에 접근을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JWT 조작, 경로 우회, 메서드 변경 등 다양한 방법을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성공/실패 결과를 정리하고 서버의 접근제어 방식을 추론하라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없이 접근 가능한 API 목록을 작성하라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API가 공개되어야 하는 것인지, 보호가 필요한지 평가하라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접근제어 개선 권고 사항을 3가지 이상 작성하라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IDOR | ID 값 변경 | 다른 사용자 데이터 접근 | 서버 측 소유자 검증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수직적 권한 상승 | 관리자 API 직접 호출 | 관리자 기능 사용 | 역할 기반 접근제어(RBAC)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인증 미적용 | 토큰 없이 요청 | 민감 정보 노출 | 인증 미들웨어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메서드 우회 | PUT/DELETE 사용 | 데이터 변조/삭제 | HTTP 메서드 화이트리스트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