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03: 정보수집 점검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웹 애플리케이션 점검의 첫 단계인 정보수집의 중요성을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디렉터리/파일 스캐닝 기법을 curl 기반으로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대상 서버의 기술 스택을 식별하는 방법을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SSL/TLS 설정을 점검하고 취약한 구성을 판별할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정보수집이 중요한 이유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[정보수집] → 취약점 탐색 → 취약점 검증 → 보고서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↑ 지금 여기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robots.txt / sitemap 분석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JuiceShop의 robots.txt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http://10.20.30.80:3000/robots.txt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Apache의 robots.txt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http://10.20.30.80:80/robots.txt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디렉터리 스캐닝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dirb 동작 원리 (개념)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wordlist의 각 단어를 URL에 붙여서 요청 → 200/301/403 등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/admin → 200 OK (존재!)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/secret → 404 Not Found (없음)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/backup → 403 Forbidden (접근 차단 = 존재함!)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기술 스택 식별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/ftp 디렉터리 노출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robots.txt 존재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응답 헤더에서 기술 스택 정보 추출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JuiceShop (포트 3000)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http://10.20.30.80:3000 | grep -iE "server|x-powered|x-generator|x-aspnet|set-cookie"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Apache (포트 80)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http://10.20.30.80:80 | grep -iE "server|x-powered|x-generator|x-aspnet|set-cookie"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SSL/TLS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TLS 연결 테스트 (대상이 HTTPS를 지원하는 경우)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실습 서버는 HTTP이므로, 개념 이해용 명령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openssl s_client -connect example.com:443 -servername example.com &lt; /dev/null 2&gt;/dev/null | head -20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인증서 정보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openssl s_client -connect example.com:443 &lt; /dev/null 2&gt;/dev/null | openssl x509 -noout -dates -subject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지원 프로토콜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openssl s_client -connect example.com:443 -tls1_2 &lt; /dev/null 2&gt;&amp;1 | grep "Protocol"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종합 실습: 정보수집 보고서 작성 (30분)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6.1 보고서 템플릿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대상 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URL: http://10.20.30.80:3000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서비스: OWASP JuiceShop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일시: $(date)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2. 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서버: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프레임워크: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데이터베이스: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방식: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3. 발견된 디렉터리/파일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/ | 200 | 메인 페이지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/ftp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4. 보안 헤더 점검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X-Frame-Options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X-Content-Type-Options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TLS 설정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HTTPS 지원: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HSTS 설정: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정보 노출 항목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맑은 고딕"/>
              </a:defRPr>
            </a:pPr>
            <a:r>
              <a:t>(에러 메시지, 버전 정보 등)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요약 및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맑은 고딕"/>
              </a:defRPr>
            </a:pPr>
            <a:r>
              <a:t>EOF</a:t>
            </a:r>
            <a:br/>
            <a:br/>
            <a:r>
              <a:t>echo "보고서 템플릿이 /tmp/recon_report.md에 생성되었습니다."</a:t>
            </a:r>
            <a:br/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제공된 wordlist로 JuiceShop의 숨겨진 경로를 모두 찾아라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발견된 각 경로의 내용을 확인하고 위험도를 평가하라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`/ftp` 디렉터리에서 다운로드 가능한 파일 목록을 작성하라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기술 스택을 모두 식별하라 (서버, 프레임워크, DB, 인증)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Apache(포트 80)의 기술 스택도 동일하게 식별하라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두 서비스의 보안 헤더를 비교 분석하라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 템플릿을 기반으로 JuiceShop 정보수집 보고서를 완성하라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발견된 정보 중 공격에 활용될 수 있는 항목을 3가지 이상 서술하라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robots.txt 분석 | curl | 숨겨진 경로 힌트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디렉터리 스캐닝 | curl + wordlist | 숨겨진 페이지, 파일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헤더 분석 | curl -I | 서버 종류, 버전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에러 분석 | curl + 잘못된 요청 | 내부 구조, 파일 경로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TLS 점검 | openssl, curl -v | 암호화 설정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