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입력값 검증 (2): XSS / CSRF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Cross-Site Scripting(XSS)의 세 가지 유형을 구분할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Reflected, Stored, DOM XSS를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Cross-Site Request Forgery(CSRF)의 원리를 이해하고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CSRF 토큰의 유효성을 검증하는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XSS(Cross-Site Scripting) 개요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공격자 → 악성 스크립트 삽입 → 서버에 저장 또는 URL에 포함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피해자 → 해당 페이지 방문 → 스크립트 실행 → 쿠키 탈취, 피싱 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Reflected XSS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URL: http://site.com/search?q=&lt;script&gt;alert(1)&lt;/script&gt;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서버 응답: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&lt;p&gt;검색 결과: &lt;script&gt;alert(1)&lt;/script&gt;&lt;/p&gt;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^^^^^^^^^^^^^^^^^^^^^^^^^^^^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입력이 그대로 HTML에 삽입됨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Stored XSS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 → 게시판에 &lt;script&gt;악성코드&lt;/script&gt; 작성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 → DB에 저장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 → 게시판 열람 → 스크립트 실행 → 쿠키 탈취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공격자 → 게시판에 &lt;script&gt;악성코드&lt;/script&gt;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서버 → DB에 저장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피해자 → 게시판 열람 → 스크립트 실행 → 쿠키 탈취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DOM XSS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취약한 코드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var name = document.location.hash.substring(1);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document.getElementById("welcome").innerHTML = "환영합니다, " + name;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공격 URL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http://site.com/page#&lt;img src=x onerror=alert(1)&gt;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CSRF(Cross-Site Request Forgery)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 → JuiceShop에 로그인 (쿠키 발급)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 → 악성 페이지에 JuiceShop 요청을 숨김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 → 악성 페이지 방문 → 브라우저가 자동으로 요청 전송 (쿠키 포함)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피해자 → JuiceShop에 로그인 (쿠키 발급)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공격자 → 악성 페이지에 JuiceShop 요청을 숨김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피해자 → 악성 페이지 방문 → 브라우저가 자동으로 요청 전송 (쿠키 포함)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JuiceShop → 정상 요청으로 인식 → 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XSS 방어 방법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Content-Security-Policy 헤더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http://10.20.30.80:3000 | grep -i "content-security-policy"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CSP가 없으면 인라인 스크립트 실행 가능 → XSS 위험 증가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CSP가 있으면 정책 내용 분석: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 'unsafe-inline': 인라인 스크립트 허용 (위험)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 'unsafe-eval': eval() 허용 (위험)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 'self': 같은 출처만 허용 (양호)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검색, 피드백, 리뷰 기능에서 XSS를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성공한 페이로드와 차단된 페이로드를 표로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XSS 유형(Reflected/Stored/DOM)별로 1개 이상 성공 사례를 찾아라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상태 변경 API(비밀번호 변경, 피드백 작성 등)를 나열하라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API에 CSRF 방어(토큰, SameSite 등)가 있는지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CSRF 공격이 가능한 시나리오를 1개 이상 작성하라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XSS 관련 보안 헤더를 모두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Content-Security-Policy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X-XSS-Protection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X-Content-Type-Options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헤더의 역할과 현재 설정의 적절성을 평가하라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Reflected XSS | URL 파라미터 | 쿠키 탈취, 피싱 | 출력 인코딩, CSP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Stored XSS | DB 저장 데이터 | 모든 방문자 피해 | 입력 검증, 출력 인코딩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DOM XSS | 클라이언트 JS | 쿠키 탈취, 피싱 | DOM Purify, CSP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CSRF | 외부 사이트 | 의도하지 않은 작업 | CSRF 토큰, SameSite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