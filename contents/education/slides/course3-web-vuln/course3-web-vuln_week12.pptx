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12: API 보안 점검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REST API의 보안 위협을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API 인증/인가를 점검할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Rate Limiting의 필요성과 점검 방법을 익힌다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Swagger/OpenAPI 문서 노출의 위험을 파악한다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API 보안 개요 (15분)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API1 | Broken Object Level Authorization | IDOR (Week 09)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API2 | Broken Authentication | 인증 우회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API3 | Broken Object Property Level Authorization | 과도한 데이터 노출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API4 | Unrestricted Resource Consumption | Rate Limit 부재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API5 | Broken Function Level Authorization | 권한 상승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API6 | Unrestricted Access to Sensitive Business Flows | 비즈니스 로직 악용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JuiceShop API 구조 파악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JuiceShop API 엔드포인트 목록 수집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API 엔드포인트 탐색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HTML/JS에서 API 경로 추출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MAIN_JS=$(curl -s http://10.20.30.80:3000 | grep -oE 'src="[^"]*main[^"]*\.js"' | head -1 | sed 's/src="//;s/"//')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if [ -n "$MAIN_JS" ]; then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"JS에서 발견된 API 경로:"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curl -s "http://10.20.30.80:3000/$MAIN_JS" | grep -oE '"/api/[^"]*"|"/rest/[^"]*"' | sort -u | head -30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fi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직접 탐색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REST API 엔드포인트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ENDPOINTS=(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"api/Products" "api/Products/1" "api/Users" "api/Users/1"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API 인증 점검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인증 토큰 없이 각 API 호출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인증 없는 접근 테스트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requests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BASE = "http://10.20.30.80:3000"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endpoints =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"GET /api/Products": f"{BASE}/api/Products",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"GET /api/Users": f"{BASE}/api/Users",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"GET /api/Feedbacks": f"{BASE}/api/Feedbacks",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"GET /api/Challenges": f"{BASE}/api/Challenges",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"GET /api/Complaints": f"{BASE}/api/Complaints",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"GET /rest/user/whoami": f"{BASE}/rest/user/whoami",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"GET /rest/basket/1": f"{BASE}/rest/basket/1",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"GET /re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Rate Limiting 점검 (25분)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로그인 API Rate Limiting 테스트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"30회 연속 잘못된 로그인 시도:"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 in $(seq 1 30);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code=$(curl -s -o /dev/null -w "%{http_code}" -X POST http://10.20.30.80:3000/rest/user/login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-d "{\"email\":\"admin@juice-sh.op\",\"password\":\"wrong$i\"}")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if [ "$code" = "429" ]; then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echo "시도 $i: HTTP $code (Rate Limited!)"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echo "Rate Limiting 활성화됨 ($i 회째에서 차단)"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break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elif [ "$i" -eq 10 ] || [ "$i" -eq 20 ] || [ "$i" -eq 30 ]; then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Swagger / OpenAPI 문서 노출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모든 API 엔드포인트가 공개됨 → 공격 표면 확대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파라미터/데이터 타입이 공개됨 → 정밀한 공격 가능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인증 방식이 공개됨 → 우회 시도 용이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Swagger/OpenAPI 문서 경로 탐색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Swagger/API 문서 탐색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path in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"swagger" "swagger-ui" "swagger-ui.html" "swagger.json" "swagger.yaml"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"api-docs" "api/docs" "v1/api-docs" "v2/api-docs" "v3/api-docs"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"openapi.json" "openapi.yaml" "docs" "redoc"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"graphql" "graphiql" "playground"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"api/swagger" "api/openapi" "_api" "api/v1" "api/v2";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code=$(curl -s -o /dev/null -w "%{http_code}" "http://10.20.30.80:3000/$path")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if [ "$code" != "404" ]; then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echo "[$code] /$path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데이터 과다 노출 점검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API 응답에 불필요한 민감 정보가 포함되는지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데이터 과다 노출 점검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TOKEN=$(curl -s -X POST http://10.20.30.80:3000/rest/user/login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'{"email":"student@test.com","password":"Test1234!"}' | python3 -c "import sys,json; print(json.load(sys.stdin)['authentication']['token'])" 2&gt;/dev/null)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Users API 응답 분석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/api/Users/1 응답 필드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http://10.20.30.80:3000/api/Users/1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"Authorization: Bearer $TOKEN" | python3 -c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sys,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try: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JuiceShop의 모든 API 엔드포인트를 탐색하여 목록을 작성하라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API의 지원 메서드(GET/POST/PUT/DELETE)를 확인하라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인증 필요 여부를 표시하라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로그인 API에 대한 Rate Limiting 존재 여부를 확인하라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검색, 회원가입 등 다른 API에도 Rate Limiting이 있는지 테스트하라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Rate Limiting이 없는 API에서 가능한 공격 시나리오를 서술하라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실습 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 API의 인증, 인가, Rate Limiting, 데이터 노출을 종합 점검하라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OWASP API Security Top 10 기준으로 취약점을 분류하라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취약점에 대한 개선 권고를 작성하라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API 인증 | curl (토큰 제외) | 인증 필요 API → 401/403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Rate Limiting | curl 반복 호출 | 과도한 요청 → 429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Swagger 노출 | 경로 탐색 | 404 (비공개)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데이터 과다 노출 | 응답 필드 분석 | 최소 필드만 반환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HTTP 메서드 | 메서드 변경 | 불필요 메서드 → 405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