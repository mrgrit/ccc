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15: 기말 -- 종합 웹취약점 점검 프로젝트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14주간 배운 모든 점검 기법을 종합하여 실제 웹 애플리케이션을 점검한다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전문 수준의 취약점 점검 보고서를 작성한다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OWASP Testing Guide 기반 체계적 점검 절차를 수행한다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점검 계획 수립부터 보고서 제출까지 전 사이클을 경험한다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1. 기말 시험 구성 (10분)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Phase 1: 점검 계획 수립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웹 프런트엔드 (Angular SPA)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REST API (/rest/*, /api/*)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인증/세션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점검 대상 시스템 정보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서비스 상태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-o /dev/null -w "JuiceShop: HTTP %{http_code}\n" http://localhost:3000/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-sI http://localhost:3000/ | grep -iE "^(server|x-powered|content-type):"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API 엔드포인트 탐색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ep in rest/products/search?q= api/Users api/Products api/Challenges api-docs ftp;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CODE=$(curl -s -o /dev/null -w "%{http_code}" http://localhost:3000/$ep)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  /$ep 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Phase 2: 정보 수집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보안 헤더 점검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HEADERS=$(curl -sI http://localhost:3000/)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hdr in "X-Frame-Options" "X-Content-Type-Options" "Content-Security-Policy"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"Strict-Transport-Security" "X-XSS-Protection" "Referrer-Policy";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if echo "$HEADERS" | grep -qi "$hdr"; then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echo "[OK] $(echo "$HEADERS" | grep -i "$hdr" | head -1 | tr -d '\r')"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else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echo "[MISSING] $hdr"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fi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디렉토리/파일 노출 점검 =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Phase 3: 취약점 점검 (60분)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SQL Injection 점검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로그인 SQLi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RESULT=$(curl -s -X POST http://localhost:3000/rest/user/login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'{"email":"'"'"' OR 1=1--","password":"x"}')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if echo "$RESULT" | grep -q "authentication"; then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"[CRITICAL] 로그인 SQLi -&gt; 인증 우회 성공"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"$RESULT" | python3 -c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json,sys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 = json.load(sys.stdin)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auth = d.get('authentication',{})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print(f'  이메일: {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5. Phase 4: 보고서 작성 (40분)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5.1 보고서 형식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 대상, 범위, 기간, 점검자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2. 총평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전체 취약점 현황 요약, 위험도 분포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3. 취약점 상세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위험도: Critical/High/Medium/Low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CVSS: X.X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위치: URL/파라미터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재현 절차: (명령어 단위)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영향: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권고사항: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결론 및 권고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요약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권고사항 우선순위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### 5.2 종합 보고서 자동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OpsClaw 연동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export OPSCLAW_API_KEY=opsclaw-api-key-2026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프로젝트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OpsClaw 프로젝트 생성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PROJECT=$(curl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$OPSCLAW_API_KEY"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'{"name":"final-vuln-assessment","request_text":"기말 종합 점검","master_mode":"external"}')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PID=$(echo "$PROJECT" | python3 -c "import json,sys; print(json.load(sys.stdin)['id'])")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"Project ID: $PID"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 Stage 전환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"http://localhost:8000/projects/$PID/pl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과목 총정리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01-02: 기초         -&gt; 점검 개론, 도구 환경 구축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03-04: 정보수집/인증 -&gt; 디렉토리 스캔, 세션 관리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05-07: 입력값 검증   -&gt; SQLi, XSS, CSRF, 파일 업로드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08:    중간고사      -&gt; JuiceShop 점검 보고서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09-12: 고급 점검     -&gt; 접근제어, 암호화, 에러, API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13-14: 도구/보고서   -&gt; 자동화 도구, CVSS, 보고서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15:    기말          -&gt; 종합 점검 프로젝트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제출물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취약점 점검 보고서 (PDF 또는 Markdown)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OpsClaw 프로젝트 ID (evidence 자동 확인용)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재현 스크립트 (모든 취약점 재현 가능)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웹취약점 점검은 계획-수집-점검-보고의 체계적 사이클이다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OWASP Testing Guide는 산업 표준 점검 방법론이다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자동 도구와 수동 점검을 조합하면 최적의 결과를 얻는다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보고서는 재현성, 영향 분석, 구체적 권고사항이 핵심이다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점검은 반드시 승인된 범위 내에서 윤리적으로 수행한다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학기 예고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  <a:latin typeface="맑은 고딕"/>
              </a:defRPr>
            </a:pPr>
            <a:r>
              <a:t>보안시스템 운영 (Course 2) 또는 보안관제 (Course 5) 수강 권장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