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07: 입력값 검증 (3): 파일 업로드 / 경로 순회 / 명령어 주입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파일 업로드 취약점의 유형과 위험을 이해한다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경로 순회(Path Traversal) 공격을 실습하고 점검한다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OS 명령어 주입(Command Injection)의 원리를 이해하고 탐지한다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JuiceShop에서 각 취약점을 실습한다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파일 업로드 취약점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로그인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TOKEN=$(curl -s -X POST http://10.20.30.80:3000/rest/user/login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'{"email":"student@test.com","password":"Test1234!"}' | python3 -c "import sys,json; print(json.load(sys.stdin)['authentication']['token'])" 2&gt;/dev/null)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정상 파일 업로드 (이미지)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-e '\x89PNG\r\n\x1a\n' &gt; /tmp/test.png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http://10.20.30.80:3000/file-upload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"Authorization: Bearer $TOKEN"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-F "file=@/tmp/test.png" | python3 -m json.tool 2&gt;/dev/null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경로 순회 (Path Traversal)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정상 요청: /ftp/legal.md → /app/ftp/legal.md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 요청: /ftp/../../etc/passwd → 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OS 명령어 주입 (Command Injection)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취약한 코드 예시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os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filename = request.form['filename']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os.system(f"cat /uploads/{filename}")  # 위험!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공격: filename = "test; id; cat 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실행: cat /uploads/test; id; cat /etc/passwd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Apache + ModSecurity에서 점검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Apache(포트 80)에 ModSecurity가 설정되어 있는지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SQLi 페이로드로 WAF 동작 확인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"%{http_code}" "http://10.20.30.80:80/?id=1'+OR+1=1--"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(SQLi 차단 여부)"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XSS 페이로드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"%{http_code}" "http://10.20.30.80:80/?q=&lt;script&gt;alert(1)&lt;/script&gt;"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(XSS 차단 여부)"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경로 순회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"%{http_code}" "http://10.20.30.80:80/../../etc/passwd"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 (Path Traversal 차단 여부)"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명령어 주입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-o /dev/null -w "%{http_code}" "http://10.20.30.80:80/?cmd=;id"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실습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JuiceShop에 다양한 파일 형식(.php, .html, .exe, .pdf, .xml)을 업로드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허용/거부된 확장자를 표로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MIME 타입 위조로 필터링을 우회할 수 있는지 테스트하라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JuiceShop의 /ftp 기능에서 경로 순회를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최소 3가지 다른 인코딩 방식으로 우회를 시도하라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성공/실패한 페이로드를 기록하고 필터링 방식을 추론하라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5. 실습 과제 (2)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Week 05~07에서 실습한 모든 입력값 취약점(SQLi, XSS, CSRF, 파일 업로드, 경로 순회, 명령어 주입)을 정리하라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각 취약점의 발견 여부, 위험도, 권고 사항을 보고서로 작성하라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6.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파일 업로드 | 악성 파일 업로드 | RCE, XSS | 확장자+내용 검증, 실행 방지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경로 순회 | ../ 삽입 | 파일 읽기/쓰기 | 경로 정규화, 화이트리스트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명령어 주입 | ;, | , $() 삽입 | RCE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