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13: 자동화 점검 도구 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OWASP ZAP을 사용한 자동 취약점 스캔을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nikto를 활용한 웹서버 보안 점검을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자동화 도구의 한계와 수동 점검의 필요성을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스캔 결과를 분석하고 오탐을 필터링한다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자동화 점검 도구 개요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수동 점검 (깊이) ◄────────────────────► 자동화 점검 (넓이)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├── 로직 취약점 발견        ├── 대량 URL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├── 비즈니스 로직 우회      ├── 알려진 패턴 매칭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└── 체인 공격              └── 반복 점검 효율화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OWASP ZAP 기본 설정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web 서버에서 ZAP 컨테이너 상태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"docker ps -a | grep zap 2&gt;/dev/null; echo '---'; which zaproxy 2&gt;/dev/null || echo 'ZAP not installed locally'"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ZAP이 없는 경우 Python ZAP 클라이언트로 API 모드 사용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여기서는 ZAP CLI/API 대신 커맨드라인 도구 조합으로 동일 효과 달성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nikto 웹서버 점검 (25분)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nikto가 설치된 환경에서 실행 (또는 Docker)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여기서는 nikto 대체로 수동 헤더/설정 점검 수행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웹서버 보안 헤더 점검 (nikto 스타일)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응답 헤더 전체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HEADERS=$(curl -sI http://localhost:3000/)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"$HEADERS"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보안 헤더 존재 여부 점검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보안 헤더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hdr in "X-Frame-Options" "X-Content-Type-Options" "X-XSS-Protection"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"Content-Security-Policy" "Strict-Transport-Security" \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sqlmap 자동화 SQL Injection 점검 (25분)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SQL Injection 점검 자동화 (sqlmap 스타일의 수동 점검)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SQL Injection 자동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검색 파라미터 테스트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PAYLOADS=(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"' OR '1'='1"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"1 UNION SELECT 1,2,3--"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"1' AND SLEEP(2)--"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"1; DROP TABLE test--"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"admin'--"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검색 엔드포인트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payload in "${PAYLOADS[@]}"; 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스캔 결과 분석과 오탐 필터링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오탐 검증: 시간 기반 SQLi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정상 요청 응답 시간 측정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NORMAL_TIME=$(curl -s -o /dev/null -w "%{time_total}"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"http://localhost:3000/rest/products/search?q=apple")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"정상 요청: ${NORMAL_TIME}s"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시간 기반 SQLi 페이로드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SQLI_TIME=$(curl -s -o /dev/null -w "%{time_total}"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"http://localhost:3000/rest/products/search?q=apple'+AND+SLEEP(3)--")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"SQLi 페이로드: ${SQLI_TIME}s"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판별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python3 -c 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Nuclei 템플릿 기반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Nuclei YAML 템플릿 스타일의 점검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subprocess, urllib.request, urllib.parse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TARGET = "http://localhost:3000"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Nuclei 스타일 템플릿 정의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templates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"id": "exposed-gitconfig",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"name": ".git/config 노출",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"severity": "medium",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"path": "/.git/config",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"match_status": 200,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WAF 탐지와 우회 점검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WAF 탐지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일반 요청 vs 악성 요청 응답 비교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일반 요청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"http://localhost:3000/rest/products/search?q=apple" | head -3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SQLi 페이로드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"http://localhost:3000/rest/products/search?q=' OR 1=1--" | head -3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XSS 페이로드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"http://localhost:3000/rest/products/search?q=&lt;script&gt;alert(1)&lt;/script&gt;" | head -3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BunkerWeb WAF 시그니처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OWASP ZAP, nikto, sqlmap은 취약점 자동 점검의 핵심 도구다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 도구는 넓은 범위를 빠르게 점검하지만 로직 취약점은 놓친다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오탐 판별은 응답 변화, 시간 차이, 에러 메시지를 기준으로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Nuclei 스타일 템플릿으로 반복 가능한 점검을 구성할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WAF가 있어도 우회 가능성을 항상 점검해야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 스캔 + 수동 검증의 조합이 최선의 점검 방법이다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14: 취약점 점검 보고서 작성법 - CVSS 점수, 재현 절차, 권고사항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14: 취약점 점검 보고서 작성법 - CVSS 점수, 재현 절차, 권고사항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