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10: 암호화 / 통신 보안 점검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HTTPS의 동작 원리와 TLS 핸드셰이크를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SSL/TLS 인증서를 점검하고 문제를 식별할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약한 암호 스위트(Cipher Suite)를 판별할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웹 애플리케이션의 암호화 구현을 점검한다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HTTPS와 TLS 개요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클라이언트                              서버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│─── ClientHello (지원 암호목록) ──→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│←── ServerHello (선택 암호) ──────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│←── Certificate (인증서) ────────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│←── ServerHelloDone ────────────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│─── ClientKeyExchange ──────────→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│─── ChangeCipherSpec ───────────→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│─── Finished ───────────────────→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│←──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실습 환경 통신 보안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- HTTP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JuiceShop (포트 3000)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"HTTP: %{http_code}\n" http://10.20.30.80:3000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- HTTPS 시도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-sk -o /dev/null -w "HTTPS: %{http_code}\n" https://10.20.30.80:3000 2&gt;/dev/null || echo "HTTPS: 미지원"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Apache - HTTP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Apache (포트 80)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"HTTP: %{http_code}\n" http://10.20.30.80:80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Apache - HTTPS (포트 443)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-sk -o /dev/null -w "HTTPS: %{http_code}\n" https://10.20.30.80:443 2&gt;/dev/null || echo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SSL/TLS 인증서 점검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실습 서버가 HTTPS를 지원하는 경우 인증서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(실습 서버가 HTTP만 지원하면 외부 사이트로 개념 학습)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인증서 기본 정보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실습 서버 인증서 확인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| openssl s_client -connect 10.20.30.80:443 -servername 10.20.30.80 2&gt;/dev/null | openssl x509 -noout -text 2&gt;/dev/null | head -30 || echo "TLS 미지원 - 외부 사이트로 실습"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개념 학습용: 공개 사이트 인증서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공개 사이트 인증서 분석 (학습용)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| openssl s_client -connect www.google.com:443 -servername www.google.com 2&gt;/dev/null | openssl x509 -noout -subject -issuer -dates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암호 스위트 점검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TLS_ECDHE_RSA_WITH_AES_256_GCM_SHA384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│      │       │    │    │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│      │       │    │    │    └─ MAC (무결성)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│      │       │    │    └────── 해시 크기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│      │       │    └─────────── 블록 모드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│      │       └──────────────── 암호화 알고리즘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│      └──────────────────────── 인증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└─────────────────────────────── 키 교환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└──────────────────────────────────── 프로토콜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웹 애플리케이션 암호화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사용자 비밀번호 해시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SQLi로 해시 추출 (Week 05에서 학습)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"http://10.20.30.80:3000/rest/products/search?q=test'))UNION+SELECT+email,password,3,4,5,6,7,8,9+FROM+Users+LIMIT+3--" |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data = json.load(sys.stdin).get('data', [])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for item in data: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name = str(item.get('name', ''))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desc = str(item.get('description', ''))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if '@' in name: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# 해시 형식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hash_val = desc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if len(hash_val) == 32: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서버(JuiceShop, Apache)의 HTTP/HTTPS 지원 현황을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HSTS, 리다이렉트 설정 여부를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결과를 기반으로 통신 보안 개선 권고를 작성하라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공개 웹사이트 3개의 인증서를 분석하라 (발급자, 유효기간, 키 길이, 서명 알고리즘)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분석 결과를 비교표로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인증서 관련 모범 사례(Best Practice)를 3가지 이상 서술하라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비밀번호 해시 알고리즘을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쿠키의 보안 속성(Secure, HttpOnly, SameSite)을 점검하라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민감 정보가 평문으로 전송/저장되는 곳을 찾아 보고하라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HTTPS 지원 | curl | 모든 페이지 HTTPS 필수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TLS 버전 | openssl | TLS 1.2 이상만 허용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인증서 | openssl | 신뢰 CA, 유효기간 내, SHA-256+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암호 스위트 | nmap, openssl | RC4/DES/NULL 미사용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HSTS | curl -I | 헤더 설정됨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비밀번호 해시 | SQLi 결과 분석 | bcrypt/scrypt/Argon2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