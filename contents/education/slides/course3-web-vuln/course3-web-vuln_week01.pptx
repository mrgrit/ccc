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01: 웹취약점 점검 개론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해킹과 취약점 점검의 차이를 명확히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취약점 점검의 법적 근거와 윤리적 기준을 파악한다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OWASP Testing Guide 기반 점검 방법론의 전체 흐름을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주요 취약점 점검 도구의 종류와 용도를 파악한다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JuiceShop 실습 환경에 접속하여 구조를 탐색할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해킹 vs 취약점 점검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취약점 점검 (Vulnerability Assessment)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자동 스캔 (Automated Scanning)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└── 도구를 사용한 대규모 자동 점검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예: Nessus, OpenVAS, nikto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수동 점검 (Manual Testing)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└── 전문가가 직접 분석하는 정밀 점검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예: Burp Suite를 이용한 파라미터 변조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 모의해킹 (Penetration Testing)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└── 실제 공격자 관점에서 침투 시도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예: SQL Injection으로 DB 접근 → 권한 상승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법적 프레임워크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취약점 점검 중 개인정보를 발견할 수 있다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발견한 개인정보를 수집/저장/유출하면 별도의 법적 책임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점검 결과 보고서에 개인정보가 포함되지 않도록 주의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① 누구든지 정당한 접근권한 없이 또는 허용된 접근권한을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넘어 정보통신망에 침입하여서는 아니 된다.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② 누구든지 정당한 사유 없이 정보통신시스템, 데이터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또는 프로그램 등을 훼손·멸실·변경·위조하거나 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운용을 방해할 수 있는 프로그램을 전달 또는 유포하여서는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아니 된다.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취약점 점검 방법론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nikto: 웹 서버 취약점 스캐너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OWASP ZAP: 웹 앱 자동 스캐너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sqlmap: SQL Injection 전용 도구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          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Phase 1: 계획 (Planning)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→ 범위 정의, ROE 작성, 팀 구성, 도구 준비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            ↓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Phase 2: 정보 수집 (Reconnaissance)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→ 대상 시스템 정보 수집 (기술 스택, 구조 파악)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            ↓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Phase 3: 자동 스캔 (Automated Scanning)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→ 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주요 취약점 점검 도구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Proxy: HTTP 요청/응답 가로채기 및 변조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Scanner: 자동 취약점 스캔 (Pro 버전)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Repeater: 요청을 수정하여 반복 전송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브라우저 → Burp Suite (Proxy) → 웹 서버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가로채기/변조/분석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실습 1: JuiceShop 접속 및 기본 탐색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http://10.20.30.80:3000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실습 2: API 엔드포인트 탐색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상품 목록 API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http://10.20.30.80:3000/api/Products | python3 -m json.tool | head -30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실습 3: HTTP 요청/응답 분석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-v 옵션으로 전체 HTTP 통신 과정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-v http://10.20.30.80:3000/ 2&gt;&amp;1 | head -40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8. 실습 4: 취약점 점검 사전 조사 체험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JuiceShop 기술 스택 정보 수집 결과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서버 응답 헤더에서 정보 추출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"[1] 서버 헤더 정보:"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-sI http://10.20.30.80:3000/ | grep -iE "server|x-powered|x-frame|content-security"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"[2] API 엔드포인트:"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  - /api/Products (상품 목록)"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  - /rest/user/login (로그인)"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  - /rest/products/search (검색)"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  - /api/Users (사용자 등록)"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점검 대상 (IP, 포트, URL)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점검 범위 (허용된 기법, 금지된 기법)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점검 기간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비상 연락처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데이터 처리 방침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발견한 모든 API 엔드포인트 목록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`/ftp` 디렉토리에서 발견한 파일 목록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`/api-docs`에서 확인한 API 문서 내용 요약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발견한 보안 문제점 3가지 이상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검증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JuiceShop (http://10.20.30.80:3000) 접속 성공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curl로 HTTP 상태 코드 200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응답 헤더에서 `X-Powered-By` 정보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`/api/Products` API에서 상품 목록 JSON 수신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`/rest/products/search?q=` 검색 API 동작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`/ftp`, `/api-docs`, `/robots.txt` 경로 접근 확인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검증 체크리스트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테스트 사용자 등록 성공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로그인 후 JWT 토큰 수신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JWT 토큰의 Payload 디코딩 성공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점검 대상 프로파일 작성 완료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nmap을 이용한 포트 스캔 및 서비스 식별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nikto를 이용한 웹 서버 취약점 스캔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gobuster를 이용한 숨겨진 디렉토리/파일 탐색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실습: JuiceShop에 대한 자동 스캔 수행 및 결과 분석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**Week 02: 정보 수집 심화 + 자동 스캔 도구 실습**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