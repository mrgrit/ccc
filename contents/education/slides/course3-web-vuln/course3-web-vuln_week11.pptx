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11: 에러 처리 / 정보 노출 점검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부적절한 에러 처리가 보안에 미치는 영향을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스택 트레이스, 디버그 모드에서 노출되는 정보를 분석한다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디렉터리 리스팅 취약점을 점검한다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정보 노출의 다양한 경로를 체계적으로 점검할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정보 노출의 위험 (15분)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서버 버전 | HTTP 헤더 | CVE 검색 → 공격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파일 경로 | 스택 트레이스 | 내부 구조 파악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DB 정보 | SQL 에러 | SQLi 공격 보조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소스 코드 | 디버그 모드 | 로직 분석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사용자 목록 | 열거 공격 | 무차별 대입 대상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API 키/토큰 | 소스 코드, 설정 파일 | 인증 우회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스택 트레이스 / 에러 메시지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존재하지 않는 경로 (404)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404 에러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http://10.20.30.80:3000/nonexistent_path_xyz123 | head -10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2. 잘못된 파라미터 타입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타입 에러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http://10.20.30.80:3000/api/Products/abc | python3 -m json.tool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3. SQL 문법 오류 유도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SQL 에러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"http://10.20.30.80:3000/rest/products/search?q='" | head -20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디버그 모드 점검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일반적인 디버그/상태 엔드포인트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디버그 엔드포인트 탐색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path in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"debug" "console" "status" "health" "healthcheck"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"info" "env" "config" "metrics" "trace"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"actuator" "actuator/env" "actuator/health"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"_debug" "__debug__" "phpinfo.php"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"server-status" "server-info"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"elmah.axd" "trace.axd"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".env" "config.json" "package.json";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code=$(curl -s -o /dev/null -w "%{http_code}" "http://10.20.30.80:3000/$path")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if [ "$code" != "404" ]; then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echo "[$code] /$path"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fi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디렉터리 리스팅 (25분)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JuiceShop 디렉터리 리스팅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JuiceShop 디렉터리 리스팅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dir in "/" "/ftp" "/ftp/" "/assets" "/assets/" "/public" "/encryptionkeys";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result=$(curl -s "http://10.20.30.80:3000$dir" | head -3)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code=$(curl -s -o /dev/null -w "%{http_code}" "http://10.20.30.80:3000$dir")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"[$code] $dir"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if echo "$result" | grep -qi "index of\|listing\|directory"; then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echo "  → 디렉터리 리스팅 활성화!"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fi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Apache 디렉터리 리스팅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dir in "/" "/icons/" "/manual/" "/cgi-bin/";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사용자 열거 (User Enumeration)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존재하는 계정: "비밀번호가 틀렸습니다" ← 계정 존재 확인!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미존재 계정: "계정을 찾을 수 없습니다" ← 계정 없음 확인!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안전한 메시지: "이메일 또는 비밀번호가 올바르지 않습니다"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(존재 여부를 알 수 없음)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종합 정보 노출 점검 스크립트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자동 점검 스크립트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requests,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BASE = "http://10.20.30.80:3000"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findings = []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print("=" * 60)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print("정보 노출 종합 점검")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print("=" * 60)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서버 헤더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 = requests.head(BASE, timeout=5)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header in ["Server", "X-Powered-By", "X-AspNet-Version", "X-Generator"]: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val = r.headers.get(header)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실습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다양한 방법으로 JuiceShop에 에러를 유발하라 (최소 5가지)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각 에러 응답에서 노출되는 정보를 분석하라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가장 많은 정보를 노출하는 에러 패턴을 보고하라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JuiceShop과 Apache의 디렉터리 리스팅 상태를 비교하라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디버그/상태 엔드포인트를 모두 탐색하라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소스맵 파일 노출 여부를 확인하라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실습 과제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로그인, 회원가입, 비밀번호 재설정에서 사용자 열거가 가능한지 테스트하라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열거 가능/불가능한 기능을 구분하고 에러 메시지를 비교하라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안전한 에러 메시지 예시를 제안하라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스택 트레이스 노출 | 에러 유도 | 중 | 운영 환경 에러 숨김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서버 버전 노출 | 헤더 확인 | 하 | 헤더 제거/변경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디렉터리 리스팅 | 디렉터리 URL 접근 | 중 | Options -Indexes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디버그 모드 | 엔드포인트 탐색 | 상 | 운영 환경 비활성화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소스맵 노출 | .map 파일 접근 | 중 | 운영 빌드에서 제거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사용자 열거 | 에러 메시지 비교 | 중 | 일관된 에러 메시지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