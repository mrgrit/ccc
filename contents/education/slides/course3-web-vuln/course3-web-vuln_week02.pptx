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점검 도구 환경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취약점 점검에 사용되는 대표 도구의 역할과 차이를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OWASP ZAP 프록시의 기본 동작 원리를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nikto, sqlmap, curl을 실습 환경에서 직접 설치하고 실행한다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curl 고급 옵션을 활용하여 HTTP 요청을 세밀하게 제어할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웹 취약점 점검 도구 개요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정보수집 (nikto, curl)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프록시 설정 (ZAP/Burp)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수동 점검 (프록시로 요청 변조)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정보수집 (nikto, curl)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프록시 설정 (ZAP/Burp)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수동 점검 (프록시로 요청 변조)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자동 점검 (sqlmap, ZAP Scanner)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결과 분석 및 보고서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접속 확인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서버에서 web 서버로 SSH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web@10.20.30.80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Burp Suite 개념 이해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브라우저의 프록시 설정을 `127.0.0.1:8080`으로 변경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HTTPS 트래픽 가로채기 위해 Burp CA 인증서 설치 필요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이 수업에서는 설치하지 않고 개념만 이해 (대신 ZAP과 curl 사용)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[브라우저] → [프록시:8080] → [웹서버]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요청을 가로채서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확인/수정 후 전달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OWASP ZAP 설치 및 사용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서버에서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ZAP은 GUI 도구이지만, CLI/API 모드로도 사용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Python 기반 ZAP CLI 도구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pip3 install python-owasp-zap-v2.4 2&gt;/dev/null || echo "이미 설치됨"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nikto 설치 및 사용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서버에서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which nikto || echo "1" | sudo -S apt-get install -y nikto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sqlmap 설치 및 기본 사용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설치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which sqlmap || echo "1" | sudo -S apt-get install -y sqlmap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버전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sqlmap --version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curl 고급 활용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GET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응답 헤더만 보기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-I 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헤더 + 본문 모두 보기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-i 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nikto로 JuiceShop(포트 3000)을 스캔하라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결과를 `/tmp/nikto_result.txt`로 저장하라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발견된 항목 중 보안상 의미 있는 3가지를 골라 설명하라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REST API 엔드포인트 5개를 찾아라 (힌트: `/api/`, `/rest/`)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엔드포인트의 응답 코드와 Content-Type을 기록하라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로그인 API에 잘못된 인증 정보를 보내고 에러 응답을 분석하라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curl -I로 JuiceShop의 응답 헤더를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다음 보안 헤더의 존재 여부를 확인하라: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`X-Frame-Options`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`X-Content-Type-Options`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`Content-Security-Policy`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`Strict-Transport-Security`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 (3)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누락된 헤더가 있으면 어떤 공격에 취약한지 서술하라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Burp Suite | 프록시 + 수동점검 | 개념 이해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ZAP | 프록시 + 자동스캔 | 설치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nikto | 웹서버 취약점 스캔 | 기본 스캔 실행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sqlmap | SQL Injection 자동화 | 설치 확인 (Week 05 상세)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curl | 수동 HTTP 요청 | 고급 옵션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