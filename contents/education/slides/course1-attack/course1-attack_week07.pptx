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07: OWASP Top 10 (4) - SSRF, 파일 업로드, 경로 탐색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SSRF(Server-Side Request Forgery)의 개념과 위험성을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파일 업로드 취약점의 유형과 공격 기법을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경로 탐색(Path Traversal) 공격을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JuiceShop의 /ftp 디렉토리를 통한 파일 접근 공격을 수행한다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실습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 | 10.20.30.201 | 실습 기지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secu | 10.20.30.1 | 방화벽/IPS (내부 서비스)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web | 10.20.30.80 | JuiceShop:3000, Apache:80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siem | 10.20.30.100 | Wazuh SIEM (내부 서비스)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SSRF (Server-Side Request Forgery)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외부에서 접근 불가능한 내부 네트워크 서비스에 접근 가능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클라우드 환경의 메타데이터 서비스(169.254.169.254) 접근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내부 관리 콘솔, 데이터베이스 등에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정상적인 경우: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사용자 → 서버: "http://example.com의 이미지를 가져와줘"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서버 → example.com: GET /image.png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서버 → 사용자: 이미지 반환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SSRF 공격: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공격자 → 서버: "http://10.20.30.100:9200의 데이터를 가져와줘"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서버 → 10.20.30.100:9200: GET / (내부 Elasticsearch!)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서버 → 공격자: 내부 데이터 반환!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파일 업로드 취약점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웹셸(Webshell) 업로드: 서버에서 명령을 실행하는 PHP/JSP 파일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악성 스크립트 업로드: 다른 사용자에게 실행되는 XSS 파일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서버 자원 소모: 대용량 파일로 DoS 공격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&lt;?php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// 가장 간단한 PHP 웹셸 (예시 - 절대 실제 서버에 올리지 말 것!)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system($_GET['cmd']);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?&gt;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경로 탐색 (Path Traversal / Directory Traversal)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정상 요청: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GET /download?file=report.pdf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서버 경로: /var/www/files/report.pdf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 요청: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GET /download?file=../../../etc/passwd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서버 경로: /var/www/files/../../../etc/passwd = /etc/passwd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JuiceShop 보안 설정 파일 탐색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일반적으로 웹 서버에서 노출될 수 있는 파일들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FILES_TO_CHECK=(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"/.env"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"/.git/config"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"/api-docs"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"/swagger.json"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"/api/swagger.json"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"/robots.txt"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"/sitemap.xml"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"/.htaccess"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"/web.config"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"/crossdomain.xml"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"/security.txt"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"/.well-known/security.txt"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종합 실습: 파일 접근 공격 체인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Step 1: 파일 시스템 탐색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/ftp 디렉토리 전체 목록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http://10.20.30.80:3000/ftp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OpsClaw로 파일 접근 테스트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파일 접근 테스트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PROJECT_ID=$(curl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'{"name":"week07-file-access","request_text":"JuiceShop 파일접근/SSRF 취약점 점검","master_mode":"external"}'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sys,json;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http://localhost:8000/projects/$PROJECT_ID/plan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실습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SSRF: 프로필 이미지 URL을 내부 IP로 설정하여 접근 시도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/ftp 디렉토리의 모든 파일 목록 확인 및 다운로드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package.json.bak에서 의존성 정보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Null byte(%2500) 우회로 제한된 파일 다운로드 시도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경로 탐색(../) 다양한 인코딩으로 /etc/passwd 접근 시도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숨겨진 파일/경로(.env, .git, swagger) 탐색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`/ftp` 디렉토리에서 모든 파일을 다운로드하고, 각 파일의 내용을 분석하여 보안상 문제가 되는 정보를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Null byte 공격(`%2500`)으로 `/ftp` 디렉토리의 접근 제한을 우회하고, 그 원리를 설명하라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SSRF 공격이 클라우드 환경(AWS, GCP)에서 특히 위험한 이유를 메타데이터 서비스와 연관지어 설명하라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경로 탐색 공격을 방어하기 위한 서버 측 검증 코드를 Python이나 JavaScript로 작성하라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SSRF: 서버가 공격자가 지정한 URL로 요청을 보내게 하여 내부 네트워크에 접근하는 공격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파일 업로드: 웹셸, 악성 스크립트 등을 업로드하여 서버를 장악하는 공격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경로 탐색: `../`를 사용하여 웹 루트 밖의 시스템 파일에 접근하는 공격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 /ftp: 백업 파일, 설정 파일 등 민감한 정보가 노출된 디렉토리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Null byte: 확장자 검사를 우회하는 기법 (`%2500` 또는 `%00`)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방어: 입력 검증, 화이트리스트, 경로 정규화, 업로드 디렉토리 격리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