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09: 네트워크 공격 기초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TCP/IP 네트워크 계층 모델을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포트 스캐닝 기법(SYN, Connect, UDP)의 원리와 차이를 설명할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tcpdump로 네트워크 패킷을 캡처하고 분석할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ARP 스푸핑의 개념과 위험성을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실습 환경에서 스캔과 패킷 캡처를 직접 수행한다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네트워크 계층 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응용(Application)  ┐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표현(Presentation) ├─ 응용 계층 (HTTP, DNS, SSH)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세션(Session)      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OSI 7계층              TCP/IP 4계층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─────────────          ─────────────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7. 응용(Application)  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6. 표현(Presentation) ├─ 응용 계층 (HTTP, DNS, SSH)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5. 세션(Session)      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4. 전송(Transport)    ── 전송 계층 (TCP, UDP)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3. 네트워크(Network)  ── 인터넷 계층 (IP, ICMP, ARP)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2. 데이터링크(Link)   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 물리(Physical)     ┘─ 네트워크 접근 계층 (Ethernet)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포트 스캐닝 기법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3-Way Handshake를 완료하지 않아 로그에 기록되지 않을 수 있다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root 권한 필요 (raw socket 사용)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완전한 TCP 연결을 수립하므로 로그에 기록된다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공격자                       대상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│   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│─── SYN ─────────────→│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│   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│←── SYN+ACK (포트 열림)  │  → 열려 있다!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│─── RST ─────────────→│  → 연결 완료하지 않고 끊음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│   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│←── RST (포트 닫힘)      │  → 닫혀 있다!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tcpdump 패킷 캡처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`[S]` = SYN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`[S.]` = SYN+ACK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`[.]` = 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기본 캡처 (모든 패킷)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sudo tcpdump -i eth0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특정 호스트 필터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sudo tcpdump -i eth0 host 10.20.30.80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특정 포트 필터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sudo tcpdump -i eth0 port 22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TCP SYN 패킷만 캡처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sudo tcpdump -i eth0 'tcp[tcpflags] &amp; tcp-syn != 0'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패킷 내용 출력 (hex + ASCII)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sudo tcpdump -i eth0 -X port 80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ARP 스푸핑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도청(Sniffing): 중간에서 모든 트래픽을 볼 수 있다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변조(Tampering): 패킷 내용을 수정할 수 있다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세션 하이재킹: 로그인 세션을 탈취할 수 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정상 상태: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PC-A (10.20.30.201) → 게이트웨이 (10.20.30.1)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ARP 테이블: 10.20.30.1 = GW의 실제 MAC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공격 후: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PC-A (10.20.30.201) → 공격자 (10.20.30.xxx) → 게이트웨이 (10.20.30.1)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ARP 테이블: 10.20.30.1 = 공격자의 MAC  ← 조작됨!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SYN 스캔과 Connect 스캔의 패킷 차이를 비교한다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열린 포트와 닫힌 포트의 응답 차이를 확인한다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스캔 속도(패킷 간격)를 관찰한다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터미널 1: secu 서버 접속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네트워크 인터페이스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ip addr show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10.20.30.0/24 네트워크 인터페이스에서 캡처 시작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(인터페이스 이름은 환경에 따라 다를 수 있음: eth0, ens18 등)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sudo tcpdump -i eth0 host 10.20.30.80 -nn -c 100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출력 예시: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tcpdump: verbose output suppressed, use -v or -vv for full protocol decode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listening on eth0, link-type EN10MB (Ethernet), capture size 262144 bytes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(패킷 대기 중...)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6. 실습 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패킷 분석 보고서: secu에서 캡처한 패킷에서 SYN 스캔과 Connect 스캔의 차이점을 5가지 이상 서술하라.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포트 스캔 결과 정리: web 서버(10.20.30.80)의 열린 포트 목록과 각 서비스를 표로 정리하라.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ARP 테이블 분석: 각 서버의 ARP 테이블을 수집하고, ARP 스푸핑 시 어떤 항목이 변경될지 설명하라.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7. 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SYN 스캔 | 반개방 연결 | 빠름, 은밀 | root 필요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Connect 스캔 | 완전 연결 | 권한 불필요 | 로그 기록됨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UDP 스캔 | UDP 패킷 전송 | UDP 서비스 발견 | 매우 느림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