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01: 보안 개론 + 실습 환경 구축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사이버보안의 기본 개념과 용어를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실습 인프라에 접속하고 각 서버의 역할을 파악한다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기본 리눅스 명령어와 네트워크 도구를 사용할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OpsClaw 플랫폼의 기본 사용법을 익힌다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1. 사이버보안 개론 (30분)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기밀성: 인가된 사용자만 정보에 접근 (예: 암호화, 접근제어)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무결성: 정보가 무단으로 변경되지 않음 (예: 해시 검증, 디지털 서명)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가용성: 필요할 때 정보에 접근 가능 (예: 이중화, DDoS 방어)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기밀성 (Confidentiality)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/\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/ 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/   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/______\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무결성              가용성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(Integrity)    (Availability)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실습 인프라 소개 (30분)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┌─────────────────────────────────────────────────────┐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학생 PC → SSH → opsclaw (10.20.30.201)  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                  ↕ OpsClaw Manager API  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├─────────────────────────────────────────────────────┤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secu (10.20.30.1)                        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→ 역할: 네트워크 방화벽 + IPS (침입방지시스템)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→ SW: nftables, Suricata                 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                                         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web (10.20.30.80)                        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→ 역할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실습: 환경 접속 및 기본 명령어 (60분)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학생 PC에서 실행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 student@10.20.30.201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비밀번호: 1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OpsClaw 소개 실습 (30분)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프로젝트 생성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-X POST http://localhost:8000/projects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"Content-Type: application/json"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"X-API-Key: opsclaw-api-key-2026"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-d '{"name":"week01-lab","request_text":"Week 01 실습","master_mode":"external"}'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응답에서 project.id 값을 확인 (예: prj_xxxxxxxx)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Stage 전환 (plan → execute)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-X POST http://localhost:8000/projects/{project_id}/plan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"X-API-Key: opsclaw-api-key-2026"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-X POST http://localhost:8000/projects/{project_id}/execute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"X-API-Key: opsclaw-api-k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5. 과제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운영체제 및 버전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CPU/메모리/디스크 사양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열린 포트 목록 (nmap 또는 ss -tlnp)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실행 중인 주요 서비스 (systemctl list-units --type=service --state=running)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검증 체크리스트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4개 서버에 SSH 접속 성공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각 서버의 hostname 확인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nmap으로 web 서버 포트 스캔 성공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curl로 JuiceShop (포트 3000) 접근 확인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OpsClaw dispatch 명령 실행 성공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OpsClaw execute-plan 병렬 실행 성공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다음 주 예고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nmap 고급 스캔 기법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DNS 정보 수집 (dig, whois)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웹 서버 핑거프린팅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robots.txt, 디렉토리 열거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1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다음 주: **Week 02: 정보수집과 정찰 (Reconnaissance)**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