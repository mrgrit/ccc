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15: 기말 - 종합 침투 테스트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PTES(Penetration Testing Execution Standard) 방법론을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전문적인 침투 테스트 보고서 작성 형식을 익힌다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테스트 범위(Scope)와 교전 규칙(Rules of Engagement)을 설정할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전체 실습 인프라에 대한 종합 침투 테스트를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발견된 취약점을 체계적으로 분류하고 보고서로 작성한다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침투 테스트 방법론 (PTES)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1. 사전 협의 (Pre-engagement Interactions)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→ 범위, 규칙, 일정, 비용 합의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2. 정보 수집 (Intelligence Gathering)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→ OSINT, 기술 스택, 네트워크 구조 파악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3. 위협 모델링 (Threat Modeling)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→ 자산 식별, 위협 분류, 공격 경로 설계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4. 취약점 분석 (Vulnerability Analysis)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→ 스캐닝, 수동 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범위(Scope)와 교전 규칙(Rules of Engagement)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opsclaw (10.20.30.201) — 공격 출발점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secu    (10.20.30.1)   — 방화벽/IPS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web     (10.20.30.80)  — 웹 서버 (JuiceShop:3000)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[범위 내 (In-Scope)]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서버: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opsclaw (10.20.30.201) — 공격 출발점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secu    (10.20.30.1)   — 방화벽/IPS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web     (10.20.30.80)  — 웹 서버 (JuiceShop:3000)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siem    (10.20.30.100) — SIEM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서비스: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HTTP (80, 3000)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SSH (22)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모든 TCP/UDP 포트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[범위 외 (Out-of-Scope)]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보고서 작성 형식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표지 (Cover Page)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프로젝트명, 고객명, 테스터명, 날짜, 기밀등급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경영진 요약 (Executive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표지 (Cover Page)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프로젝트명, 고객명, 테스터명, 날짜, 기밀등급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경영진 요약 (Executive Summary)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비기술적 언어로 전체 결과 요약 (1페이지)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전체 위험도 평가 (Critical/High/Medium/Low 수)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핵심 권고 사항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테스트 개요 (Test Overview)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범위, 방법론, 사용 도구, 일정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발견 사항 (Findings)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각 취약점별: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a. 제목 및 위험도 (CVSS 점수)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b. 영향받는 시스템/URL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4. 기말 시험 안내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실습: 종합 침투 테스트 수행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환경 변수 설정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export OPSCLAW_API_KEY="opsclaw-api-key-2026"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=== 전체 네트워크 스캔 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각 서버 포트 스캔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"===== secu (10.20.30.1) ====="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nmap -sT -F 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"===== web (10.20.30.80) ====="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nmap -sT -F 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"===== siem (10.20.30.100) ====="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테스트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프로젝트명 | 기말 종합 침투 테스트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테스터 | (이름, 학번)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날짜 | 2026-03-27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범위 | 10.20.30.0/24 (secu, web, siem)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유형 | Gray Box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2. 경영진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Critical: X개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High: X개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Medium: X개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Low: X개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3. 발견 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CVSS: 9.8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시스템: web (10.20.30.80:3000)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ATT&amp;CK: T1190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설명: ...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재현 단계: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3. 발견 사항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...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증거: (명령어와 출력 결과)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권고: ...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CVSS: 8.4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시스템: web (10.20.30.80)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ATT&amp;CK: T1548.003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3. 발견 사항 (3)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4. ATT&amp;CK 매핑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정찰 | T1046 | Network Service Scanning | 전체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5. 권고 사항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 | F-01 SQLi | Prepared Statement 적용 | 2일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 | F-02 sudo | sudoers 최소 권한 설정 | 1시간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부록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nmap, curl, sshpass, OpsClaw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Project ID: (프로젝트 ID)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PoW 검증: valid=true, blocks=X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시험 진행 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0:00 ~ 0:15  정찰 (포트 스캔, 서비스 식별)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0:15 ~ 0:45  취약점 분석 (웹, 서버, 네트워크)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0:45 ~ 1:15  공격 실행 (SQLi, 권한 상승, 우회)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1:15 ~ 1:30  후속 공격 (지속성, 수평 이동)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1:30 ~ 2:00  ATT&amp;CK 매핑 및 정리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2:00 ~ 2:45  보고서 작성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2:45 ~ 3:00  최종 검토 및 제출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침투 테스트는 방법론(PTES)을 따라 체계적으로 수행한다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범위와 교전 규칙을 명확히 정의하고 준수한다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발견된 취약점은 CVSS 점수와 ATT&amp;CK ID로 분류한다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보고서는 비기술자도 이해할 수 있는 경영진 요약을 포함한다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재현 가능한 단계와 증거가 보고서의 핵심이다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침투 테스트의 목적은 파괴가 아니라 보안 개선이다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과정 총정리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01 | 사이버보안 개론 | 기본 개념, CIA 3원칙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02 | 웹 정찰 | robots.txt, 디렉토리 스캔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03 | 클라이언트 공격 | HTML/JS 분석, 쿠키 조작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04 | XSS | Reflected, Stored XSS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05 | SQL Injection | Union, Blind SQLi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06 | Command Injection | OS 명령 실행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