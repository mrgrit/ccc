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웹 애플리케이션 구조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HTTP 프로토콜의 요청/응답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HTTP 메서드, 상태 코드, 헤더의 의미를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HTTPS와 TLS 핸드셰이크의 기본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쿠키, 세션, JWT 토큰의 차이와 동작 원리를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REST API 구조를 이해하고 직접 호출한다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10.20.30.201 | 실습 기지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JuiceShop:3000, Apache:80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HTTP 프로토콜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[메서드] [경로] HTTP/[버전]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[헤더1]: [값1]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[헤더2]: [값2]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(빈 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[본문 - POST 등에서 사용]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HTTP 메서드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GET - 제품 목록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 | python3 -m json.tool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HEAD - 헤더만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-I http://10.20.30.80:3000/api/Products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OPTIONS - 허용된 메서드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-X OPTIONS -v http://10.20.30.80:3000/api/Products 2&gt;&amp;1 | grep -i "allow\|access-control"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POST - 사용자 등록 (JSON 본문 전송)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'{"email":"test@test.com","password":"test1234","passwordRepeat":"test1234","securityQuestion":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HTTP 상태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200 OK - 정상 응답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-o /dev/null -s -w "%{http_code}\n" http://10.20.30.80:3000/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404 Not Found - 존재하지 않는 경로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-o /dev/null -s -w "%{http_code}\n" http://10.20.30.80:3000/nonexistent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401 Unauthorized - 인증 필요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-o /dev/null -s -w "%{http_code}\n" http://10.20.30.80:3000/api/Feedbacks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500 Internal Server Error - 서버 오류 유발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-o /dev/null -s -w "%{http_code}\n"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'{"email":"invalid"}'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HTTP 헤더 상세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응답 헤더 상세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-v http://10.20.30.80:3000/ 2&gt;&amp;1 | grep "&lt;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HTTPS와 TLS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클라이언트 → 서버: "안녕, 나는 이런 암호화를 지원해" (ClientHello)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→ 클라이언트: "이 방법으로 하자, 내 인증서야" (ServerHello + Certificate)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클라이언트: 인증서 검증 후, 비밀 키 교환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클라이언트 → 서버: "안녕, 나는 이런 암호화를 지원해" (ClientHello)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서버 → 클라이언트: "이 방법으로 하자, 내 인증서야" (ServerHello + Certificate)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클라이언트: 인증서 검증 후, 비밀 키 교환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양쪽: 공유된 키로 암호화 통신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쿠키(Cookie)와 세션(Session)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브라우저 → 서버: 로그인 요청 (ID/PW)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→ 브라우저: "로그인 성공! 이 쿠키를 저장해" (Set-Cookie 헤더)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브라우저 → 서버: 이후 모든 요청에 쿠키 자동 첨부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브라우저 → 서버: 로그인 요청 (ID/PW)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서버 → 브라우저: "로그인 성공! 이 쿠키를 저장해" (Set-Cookie 헤더)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브라우저 → 서버: 이후 모든 요청에 쿠키 자동 첨부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JWT (JSON Web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[헤더].[페이로드].[서명]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eyJhbGciOiJSUzI1NiJ9.eyJzdWIiOiIxIiwiZW1haWwiOiJhZG1pbkBqdWljZS1zaC5vcCJ9.xxxxx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REST API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제품 전체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 | python3 -m json.tool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제품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http://10.20.30.80:3000/api/Products/1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사용자 목록 (인증 필요)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리뷰(Feedback)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http://10.20.30.80:3000/api/Feedbacks | python3 -m json.tool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챌린지 목록 (JuiceShop 특수 API)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종합 실습: JuiceShop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  ] `X-Frame-Options`이 설정되어 있는가?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  ] `X-Content-Type-Options: nosniff`가 있는가?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  ] `X-Powered-By`가 노출되고 있는가? (위험)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메인 페이지 소스에서 API 경로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 | grep -oE '"/[a-zA-Z/]+"' | sort -u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JavaScript 파일에서 API 경로 찾기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http://10.20.30.80:3000/main.js 2&gt;/dev/null | grep -oE '/api/[A-Za-z/]+' | sort -u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http://10.20.30.80:3000/main.js 2&gt;/dev/null | grep -oE '/rest/[A-Za-z/]+' | sort -u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OpsClaw로 웹 분석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OpsClaw로 웹 서버 분석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'{"name":"week03-http-analysis","request_text":"JuiceShop HTTP 분석","master_mode":"external"}'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 후 헤더 수집 자동화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(프로젝트 ID를 실제 값으로 교체)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http://localhost:8000/projects/{프로젝트ID}/plan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http://localhost:8000/projects/{프로젝트ID}/execute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 계정을 생성하고 로그인하여 JWT 토큰을 획득하라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토큰을 디코딩하여 포함된 정보(이메일, ID, 역할 등)를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REST API 엔드포인트를 최소 5개 찾아서 각각 호출 결과를 기록하라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응답 헤더를 분석하여 보안상 문제가 되는 헤더를 식별하고 이유를 설명하라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HTTP는 요청(Request)과 응답(Response)으로 구성되며, 메서드/상태코드/헤더를 이해해야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HTTPS는 TLS를 통해 HTTP를 암호화한 것이며, 인증서로 서버 신원을 검증한다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쿠키는 서버가 브라우저에 저장하는 데이터로, HttpOnly/Secure 플래그가 중요하다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JWT는 Base64 인코딩된 JSON 토큰으로, 누구나 내용을 읽을 수 있다 (서명으로 위변조만 방지)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REST API는 URL + HTTP 메서드로 자원을 조작하며, curl로 직접 호출할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