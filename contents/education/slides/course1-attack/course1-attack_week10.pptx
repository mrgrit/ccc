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10: IPS/방화벽 우회 기법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nftables 방화벽 규칙의 구조를 이해하고 분석할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Suricata IPS의 탐지 규칙을 읽고 해석할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인코딩 기반 우회(Base64, URL 인코딩)의 원리를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터널링(ICMP, HTTP)의 개념과 탐지 회피 원리를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실습 환경에서 방화벽 규칙 분석과 우회 실험을 수행한다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nftables 방화벽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테이블(table): 규칙 모음의 최상위 컨테이너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체인(chain): 패킷 처리 규칙의 순서 목록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규칙(rule): 매칭 조건 + 동작(accept, drop, reject)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table inet filter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chain input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type filter hook input priority 0; policy drop;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# 상태 추적: 기존 연결 허용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ct state established,related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# 루프백 허용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iif lo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# SSH 허용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tcp dport 22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# ICMP 허용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ip protocol icmp accept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Suricata IPS 규칙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action protocol src_ip src_port -&gt; dst_ip dst_port (옵션들;)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우회 기법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방화벽이 ICMP를 허용하면 데이터가 통과한다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비정상적으로 큰 ICMP 패킷은 탐지 가능하다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정상 웹 트래픽과 구분이 어렵다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원본:        UNION SELECT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URL 인코딩:  %55%4E%49%4F%4E%20%53%45%4C%45%43%54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이중 인코딩: %2555%254E%2549%254F%254E%2520%2553%2545%254C%2545%2543%2554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기본 정책(policy)은 accept인가 drop인가?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어떤 포트가 명시적으로 허용되어 있는가?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forward 체인에서 내부 네트워크 간 트래픽은 어떻게 처리되는가?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secu 서버 접속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nftables 규칙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nft list ruleset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예상 출력 (환경에 따라 다름):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table inet filter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   chain input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       type filter hook input priority filter; policy accept;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       ...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   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   chain forward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       type filter hook forward priority filter; policy accept;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       ct state established,related accept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우회 기법 vs 방어 대응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URL 인코딩 | 특수문자를 %XX로 변환 | HTTP 디코딩 후 검사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이중 인코딩 | 인코딩을 2번 적용 | 재귀적 디코딩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대소문자 혼합 | SQL 키워드 변형 | nocase 키워드 사용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패킷 분할 | 시그니처를 조각냄 | 재조립 후 검사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느린 스캔 | 탐지 임계값 이하 | 장기간 통계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ICMP 터널 | 허용된 프로토콜 이용 | 페이로드 크기/패턴 검사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규칙 분석 보고서: secu의 nftables 규칙과 Suricata 규칙을 분석하여, 현재 방어 체계의 강점과 약점을 5가지 이상 서술하라.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우회 실험 기록: 각 우회 기법을 시도하고, 성공/실패 여부와 Suricata 로그를 기록하라.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 규칙 제안: 실습에서 성공한 우회에 대한 Suricata 규칙을 1개 이상 작성하라.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방화벽과 IPS는 완벽하지 않다. 규칙의 한계를 이해해야 방어를 강화할 수 있다.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인코딩 우회는 가장 기본적인 기법이며, 현대 IPS는 대부분 디코딩 후 검사한다.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터널링은 허용된 프로토콜을 악용하므로 탐지가 어렵다.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공격자의 우회 기법을 아는 것이 더 나은 방어의 시작이다.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