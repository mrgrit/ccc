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14: 자동화 침투 테스트 (OpsClaw 활용)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OpsClaw 플랫폼의 아키텍처와 API를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execute-plan API로 다단계 공격을 자동 실행할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Playbook 기반 공격 재현의 장점을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PoW(Proof of Work) 증거 체인의 원리와 감사 활용을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수동 침투 테스트와 자동화 테스트의 차이를 비교한다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OpsClaw 플랫폼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Claude Code (외부 마스터)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계획 수립 → API 호출 → 결과 분석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└───────────────┬─────────────────────────┘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│ HTTP API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Manager API (:8000)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프로젝트 관리 / 태스크 분배 / 증거 기록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PoW 블록체인 / 보상 시스템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└───────┬──────────┬──────────┬───────────┘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│          │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▼          ▼          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┌────────┐ ┌────────┐ 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OpsClaw API 워크플로우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프로젝트 생성 (POST /projects)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계획 단계 전환 (POST /projects/{id}/plan)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실행 단계 전환 (POST /projects/{id}/execute)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프로젝트 생성 (POST /projects)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계획 단계 전환 (POST /projects/{id}/plan)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실행 단계 전환 (POST /projects/{id}/execute)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태스크 실행 (POST /projects/{id}/execute-plan)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결과 확인 (GET /projects/{id}/evidence/summary)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완료 보고서 (POST /projects/{id}/completion-report)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execute-plan: 다단계 공격 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"tasks":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"order": 1,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"instruction_prompt": "실행할 명령어",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"risk_level": "low|medium|high|critical",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"subagent_url": "http://대상서버:8002"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"subagent_url": "http://기본서버:8002"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PoW 증거 체인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변조 감지: 하나의 블록이라도 수정되면 해시 체인이 깨짐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실행 증명: 특정 시간에 특정 명령이 실행되었음을 증명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감사 추적: 침투 테스트의 모든 단계를 투명하게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Block 1              Block 2              Block 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┌──────────────┐    ┌──────────────┐    ┌──────────────┐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prev_hash: 0 │←───│ prev_hash    │←───│ prev_hash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task: nmap   │    │ task: curl   │    │ task: sqlmap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result: ...  │    │ result: ...  │    │ result: ...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nonce: 12345 │    │ nonce: 67890 │    │ nonce: 11111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hash: abc... │    │ hash: def... │    │ hash: ghi...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└──────────────┘    └──────────────┘    └──────────────┘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환경 변수 설정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export OPSCLAW_API_KEY="opsclaw-api-key-2026"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PROJECT=$(curl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$OPSCLAW_API_KEY"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"name": "week14-automated-pentest",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"request_text": "JuiceShop 대상 자동화 침투 테스트",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"master_mode": "external"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"$PROJECT"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수동 vs 자동화 침투 테스트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정찰 스캔 (포트, 서비스, 버전)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알려진 취약점 테스트 (SQLi, XSS 패턴)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반복적인 확인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자동화로 할 일: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정찰 스캔 (포트, 서비스, 버전)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알려진 취약점 테스트 (SQLi, XSS 패턴)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반복적인 확인 작업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증거 수집 및 기록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수동으로 할 일: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비즈니스 로직 취약점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다단계 공격 체인 설계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예상치 못한 취약점 탐색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결과 해석 및 위험도 평가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자동화 공격 체인: OpsClaw를 사용하여 JuiceShop에 대한 5단계 이상의 공격 체인을 설계하고 실행하라. 각 단계의 ATT&amp;CK 기법 ID를 명시할 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PoW 검증 보고서: 실행된 모든 태스크의 PoW 블록을 조회하고, 체인 무결성이 유지되었음을 확인하는 보고서를 작성하라.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비교 분석: 동일한 공격을 수동(Week 05 방식)과 자동화(OpsClaw)로 각각 수행하고, 소요 시간, 정확도, 증거 품질을 비교하라.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OpsClaw는 프로젝트 → 계획 → 실행 → 증거 → 보고의 체계적 워크플로우를 제공한다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execute-plan으로 다단계 공격을 한 번에 자동 실행할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PoW 체인은 변조 불가능한 감사 증적을 자동 생성한다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SubAgent를 통해 여러 서버에 동시에 명령을 분배할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자동화는 수동 테스트를 대체하는 것이 아니라 보완하는 것이다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