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CTF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 |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문제 수 | 10문제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 | 각 10점 (총 100점)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도구 | curl, nmap, python3, 브라우저 사용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금지 | 인터넷 검색 (JuiceShop 해답 사이트), 타인과 협력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user@10.20.30.201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JuiceShop Scoreboard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브라우저에서 접근: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http://10.20.30.80:3000/#/score-board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"Scoreboard URL: http://10.20.30.80:3000/#/score-board"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API로 챌린지 목록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http://10.20.30.80:3000/api/Challenges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 | head -50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시험 준비: 핵심 명령어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nmap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nmap -sV -p 1-10000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nmap -A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웹 핑거프린팅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-I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whatweb http://10.20.30.80:3000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robots.txt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http://10.20.30.80:3000/robots.txt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/ftp 탐색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http://10.20.30.80:3000/ftp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CTF 문제 (총 10문제)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JuiceShop의 JavaScript 소스에서 라우팅 정보를 찾아보라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브라우저에서 URL을 직접 입력해보라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1: JavaScript 소스에서 경로 찾기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http://10.20.30.80:3000/main.js 2&gt;/dev/null | grep -oE 'score-board|scoreboard|score' | head -5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Step 2: 브라우저에서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"URL: http://10.20.30.80:3000/#/score-board"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풀이 과정 없이 정답만 제출: -3점/문제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다른 학생의 풀이를 그대로 복사: 해당 문제 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시험 시간 초과: -2점/10분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A+ | 90~100 | 9~10문제 해결 + 풀이 과정 명확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 | 80~89 | 8문제 해결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B+ | 70~79 | 7문제 해결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 | 60~69 | 6문제 해결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C+ | 50~59 | 5문제 해결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답안 제출 양식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각 문제에 대해 다음 형식으로 제출하라: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N: [문제 제목]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[첫 번째 단계]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[두 번째 단계]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[실행한 명령어]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OpsClaw 활용 (가산점)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CTF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'{"name":"week08-ctf-midterm","request_text":"중간고사 CTF 자동화","master_mode":"external"}'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"Project ID: $PROJECT_ID"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http://localhost:8000/projects/$PROJECT_ID/plan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시험 후 복습 포인트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어떤 기법이 필요했는가?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어디서 막혔는가?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힌트를 보고 다시 풀어보라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02 | nmap 스캔, 웹 핑거프린팅 | 포트 닫기, 배너 숨기기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03 | HTTP 분석, JWT 디코딩 | 보안 헤더, HttpOnly 쿠키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04 | SQL Injection | 매개변수화 쿼리, ORM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05 | XSS (Reflected/Stored/DOM) | 출력 인코딩, CSP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06 | 인증 우회, IDOR | RBAC, 서버 측 권한 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CTF는 보안 기술을 종합적으로 평가하는 실습 방식이다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문제는 Week 02~07에서 배운 기법을 직접 적용하는 것이다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풀이 과정이 결과만큼 중요하다 -- 단계별로 기록하라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방법까지 이해하면 가산점을 받을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OpsClaw를 활용한 자동화는 실무에서 매우 유용한 역량이다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