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MITRE ATT&amp;CK 프레임워크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MITRE ATT&amp;CK 프레임워크의 구조(전술, 기법, 하위기법)를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Cyber Kill Chain과 ATT&amp;CK의 관계를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ATT&amp;CK Navigator를 활용하여 공격 매핑을 시각화할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본 과정(Week 02~12)에서 수행한 모든 공격을 ATT&amp;CK에 매핑한다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MITRE ATT&amp;CK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목적: 공격자가 "무엇을" "어떻게" 하는지 표준화된 언어로 기술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활용: 위협 인텔리전스, 방어 체계 평가, 침투 테스트 계획, 보안 교육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URL: https://attack.mitre.org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ATT&amp;CK 매트릭스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전술 (Tactics) ─────── "왜?" (공격자의 목적)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기법 (Techniques) ── "무엇을?" (구체적 방법)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│   ├── 하위기법 (Sub-techniques) ── "어떻게?" (세부 변형)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│   └── 절차 (Procedures) ────────── "누가, 어떤 도구로?"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14가지 전술 (Tactics)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 | TA0043 | Reconnaissance (정찰) | 대상 정보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 | TA0042 | Resource Development (자원 개발) | 공격 인프라 준비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 | TA0001 | Initial Access (초기 접근) | 네트워크 진입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 | TA0002 | Execution (실행) | 악성 코드 실행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 | TA0003 | Persistence (지속성) | 접근 유지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 | TA0004 | Privilege Escalation (권한 상승) | 높은 권한 획득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Cyber Kill Chain과 ATT&amp;CK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Reconnaissance (정찰)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Weaponization (무기화)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Delivery (전달)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Reconnaissance (정찰)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Weaponization (무기화)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Delivery (전달)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Exploitation (공격 실행)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Installation (설치)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Command &amp; Control (C2)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Actions on Objectives (목표 달성)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ATT&amp;CK Navigator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URL: https://mitre-attack.github.io/attack-navigator/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용도: 공격 시나리오 매핑, 방어 커버리지 분석, 보고서 작성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 브라우저에서 Navigator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"name": "Course 1 Attack Mapping",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"versions":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"attack": "14",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"navigator": "4.9"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"domain": "enterprise-attack",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"techniques":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"techniqueID": "T1190",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"color": "#ff6666",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"comment": "Week 05: SQL Injection on JuiceShop",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"score":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본 과정 공격의 ATT&amp;CK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Reconnaissance      ████░░░░░░ 2개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Development░░░░░░░░░░ 0개 (미실습)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Initial Access      ███░░░░░░░ 3개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Execution           ██░░░░░░░░ 2개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Persistence         ███░░░░░░░ 3개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Privilege Escalation████░░░░░░ 4개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Defense Evasion     ████░░░░░░ 4개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Credential Access   ███░░░░░░░ 3개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Discovery           ██░░░░░░░░ 2개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Lateral Movement    ░░░░░░░░░░ 0개 (미실습)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Collection          ███░░░░░░░ 3개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Command and Control ███░░░░░░░ 3개 기법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Exfiltration        ░░░░░░░░░░ 0개 (미실습)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Impact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ATT&amp;CK 데이터를 커맨드라인에서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T1190 (SQL Injection 관련) 정보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ATT&amp;CK STIX 데이터 다운로드 (JSON)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-sL "https://raw.githubusercontent.com/mitre/ctt/master/enterprise-attack/enterprise-attack.json"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-o /tmp/attack.json 2&gt;/dev/null &amp;&amp; echo "다운로드 완료" || echo "오프라인 환경"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또는 간단한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T1190: Exploit Public-Facing Application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"전술: Initial Access (TA0001)"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"설명: 인터넷에 노출된 애플리케이션의 취약점을 악용하여 초기 접근 획득"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"예시: SQL Injection, Command Injection, File Upload"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"방어: WAF, 입력 검증, 정기 패치,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방어 매핑: Detection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ICMP 터널링 (T1572): Suricata 규칙 부재 시 미탐지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PATH 하이재킹 (T1574): 호스트 기반 모니터링 필요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메모리 실행 (/dev/shm): 디스크 기반 검사로는 탐지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본 실습 환경의 탐지 커버리지: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탐지 가능:    ████████░░ 80%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탐지 불가/미확인: ██░░░░░░░░ 20%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탐지 갭: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ICMP 터널링 (T1572): Suricata 규칙 부재 시 미탐지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PATH 하이재킹 (T1574): 호스트 기반 모니터링 필요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메모리 실행 (/dev/shm): 디스크 기반 검사로는 탐지 불가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매핑 완성: 본 과정 전체 공격을 ATT&amp;CK Navigator Layer JSON으로 작성하고, 각 기법에 대한 코멘트(어떤 도구/명령을 사용했는지)를 추가하라.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갭 분석: 실습 환경(secu + Wazuh)에서 탐지 가능한 기법과 불가능한 기법을 분류하고, 탐지 갭을 해소할 방법을 3가지 이상 제안하라.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APT 그룹 연구: MITRE ATT&amp;CK에서 한국을 대상으로 활동하는 APT 그룹(예: Lazarus, Kimsuky)을 1개 선택하여, 해당 그룹이 사용하는 기법을 본 과정에서 실습한 기법과 비교하라.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MITRE ATT&amp;CK은 사이버 공격을 14가지 전술과 수백 가지 기법으로 체계화한 프레임워크이다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전술(Tactic)은 공격의 목적, 기법(Technique)은 구체적 방법을 나타낸다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Navigator로 공격과 방어를 시각화하여 갭 분석이 가능하다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본 과정에서 22개 이상의 ATT&amp;CK 기법을 직접 실습했다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동일한 프레임워크를 공격자와 방어자 모두 활용할 수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