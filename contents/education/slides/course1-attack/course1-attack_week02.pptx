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02: 정보수집과 정찰 (Reconnaissance)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침투 테스트의 첫 단계인 **정보수집(Reconnaissance)**의 개념을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nmap을 사용하여 네트워크 스캔을 수행하고 결과를 해석할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DNS 조회 도구(dig, host, nslookup)를 활용할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웹 서버의 기술 스택을 파악하는 방법을 익힌다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실습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user@10.20.30.201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정보수집이란?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정보수집 (Reconnaissance) &lt;-- 이번 주 주제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취약점 분석 (Vulnerability Analysis)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공격 (Exploitation)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정의 | 대상에 직접 접촉하지 않고 정보 수집 | 대상에 직접 패킷을 보내서 정보 수집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예시 | Google 검색, WHOIS, DNS 조회 | nmap 포트 스캔, 배너 그래빙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탐지 가능성 | 낮음 | 높음 (IDS/IPS에 탐지될 수 있음)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nmap - 네트워크 스캔의 핵심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가장 기본적인 스캔 - 상위 1000개 포트를 TCP Connect 방식으로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nmap 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DNS 정보 수집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host 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역방향 조회 (IP → 이름)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host 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웹 서버 핑거프린팅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헤더만 가져오기 (-I: HEAD 요청)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-I http://10.20.30.80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종합 실습: web 서버 완전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열린 포트 번호와 서비스 이름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각 서비스의 소프트웨어 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주요 포트 빠른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nmap -sV -p 1-10000 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OpsClaw로 스캔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'{"name":"week02-recon","request_text":"web 서버 정보수집","master_mode":"external"}'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ID를 확인하고 (예: proj_xxx)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http://localhost:8000/projects/{프로젝트ID}/plan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http://localhost:8000/projects/{프로젝트ID}/execute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정보수집 결과 정리 템플릿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대상 IP | 10.20.30.80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열린 포트 | 22, 80, 443, 3000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OS | Linux (Debian)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서버 (80) | Apache 2.4.59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앱 (3000) | OWASP Juice Shop (Node.js Express)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숨겨진 경로 | /ftp (민감 파일 노출)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보안 관점: 정보수집 방어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불필요한 포트 닫기: 사용하지 않는 서비스는 중지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배너 숨기기: 서버 버전 정보를 응답 헤더에서 제거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방화벽 설정: 스캔 트래픽을 탐지하고 차단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IDS/IPS: Suricata 같은 도구로 포트 스캔 탐지 (secu 서버에 설치됨)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robots.txt 최소화: 민감한 경로를 robots.txt에 넣지 않기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서버(10.20.30.80)의 포트 1-10000을 스캔하고, 발견한 모든 서비스와 버전을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`/ftp` 디렉토리에서 접근 가능한 파일 목록을 작성하라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 서버(10.20.30.1)와 siem 서버(10.20.30.100)도 스캔하여 비교하라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nmap NSE 스크립트 중 `http-enum`을 사용하여 JuiceShop의 숨겨진 경로를 추가로 탐색하라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nmap은 침투 테스트의 필수 도구이며, 다양한 스캔 방식(-sS, -sV, -O, -A)을 상황에 맞게 선택한다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DNS 도구(dig, host, nslookup)로 도메인과 IP의 관계를 파악한다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핑거프린팅(curl, whatweb)으로 서버의 기술 스택을 식별한다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robots.txt, /ftp 등 숨겨진 경로에서 민감한 정보가 노출될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정보수집 결과를 체계적으로 정리하는 것이 효과적인 침투 테스트의 기본이다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