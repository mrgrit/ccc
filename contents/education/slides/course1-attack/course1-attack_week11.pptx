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11: 권한 상승 (Linux Privilege Escalation)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Linux 권한 모델(사용자, 그룹, 퍼미션)을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SUID 바이너리를 이용한 권한 상승 원리를 설명할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sudo 설정 오류를 통한 권한 상승 방법을 실습한다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Cron job과 PATH 하이재킹의 위험성을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커널 익스플로잇의 개념을 설명할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Linux 권한 모델 복습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현재 사용자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whoami         # → user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id             # → uid=1000(user) gid=1000(user) groups=1000(user),27(sudo)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파일 권한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ls -la /etc/passwd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-rw-r--r-- 1 root root 1234 Mar 27 10:00 /etc/passwd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 │││ │││ │││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 │││ │││ └└└ 기타 사용자: 읽기만 가능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 │││ └└└ 그룹: 읽기만 가능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 └└└ 소유자: 읽기+쓰기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SUID 바이너리를 이용한 권한 상승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SUID가 설정된 모든 파일 검색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find / -perm -4000 -type f 2&gt;/dev/null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일반적인 SUID 바이너리 (정상):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/usr/bin/passwd      → 패스워드 변경 (shadow 파일 수정 필요)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/usr/bin/sudo        → sudo 명령어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/usr/bin/mount       → 파일시스템 마운트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/usr/bin/ping        → ICMP 소켓 생성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위험한 SUID 바이너리 (비정상):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/usr/bin/find        → -exec로 임의 명령 실행 가능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/usr/bin/vim         → :!sh로 쉘 실행 가능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/usr/bin/python3     → 파이썬으로 쉘 실행 가능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/usr/bin/nmap        → --interactive로 쉘 가능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sudo 설정 오류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현재 사용자의 sudo 권한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sudo -l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예시 출력: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User user may run the following commands on web: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    (ALL) NOPASSWD: ALL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Cron Job 악용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cron 작업 확인 방법들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crontab -l                      # 현재 사용자의 cron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sudo crontab -l                 # root의 cron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ls -la /etc/cron.d/             # 시스템 cron 디렉토리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ls -la /etc/cron.daily/         # 매일 실행되는 스크립트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cat /etc/crontab                # 시스템 crontab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PATH 하이재킹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PATH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$PATH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/usr/local/bin:/usr/bin:/bin:/usr/local/sbin:/usr/sbin:/sbin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명령어 실행 시 PATH 순서대로 검색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which ls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/usr/bin/ls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커널 익스플로잇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커널 버전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uname -r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예: 5.15.0-91-generic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전체 시스템 정보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uname -a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Linux web 5.15.0-91-generic #101-Ubuntu SMP...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OS 배포판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cat /etc/os-release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7.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web 서버 SSH 접속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현재 사용자 정보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whoami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예상 출력: user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id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예상 출력: uid=1000(user) gid=1000(user) groups=1000(user),27(sudo)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커널 버전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uname -r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예상 출력: 5.15.0-xx-generic (또는 유사)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OS 정보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8. 방어 방법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SUID 남용 | 불필요한 SUID 제거, 정기 감사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sudo 오설정 | 최소 권한 원칙, NOPASSWD 제한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Cron 악용 | 스크립트 퍼미션 제한 (750), 절대 경로 사용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PATH 하이재킹 | 스크립트에서 절대 경로 사용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커널 익스플로잇 | 정기적 커널 업데이트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9. 실습 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SUID 감사 보고서: web 서버의 SUID 바이너리 목록을 수집하고, GTFOBins를 참조하여 악용 가능한 바이너리를 분류하라.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권한 상승 경로 문서화: web 서버에서 일반 사용자(user)가 root 권한을 획득할 수 있는 모든 경로를 나열하라.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방어 제안서: 발견된 각 취약점에 대한 구체적인 수정 방법을 제시하라.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10. 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권한 상승은 침투 테스트에서 초기 접근 후 가장 중요한 단계이다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SUID, sudo, cron, PATH 순서로 체계적으로 점검한다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`sudo -l`은 가장 먼저 확인해야 할 명령어이다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모든 공격의 방어는 최소 권한 원칙에서 시작한다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