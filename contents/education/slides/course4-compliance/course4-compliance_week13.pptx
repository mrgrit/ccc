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13: 미국 표준 - SOC 2, HIPAA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SOC 2 인증의 Trust Service Criteria를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HIPAA의 의료 데이터 보호 요구사항을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글로벌 컴플라이언스의 공통점과 차이점을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실습 환경에서 SOC 2/HIPAA 기준의 점검을 수행한다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SOC 2 (Service Organization Control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SOC 2 Type I: 특정 시점의 통제 설계 적합성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SOC 2 Type II: 일정 기간(보통 6~12개월) 동안의 통제 운영 효과성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SaaS, 클라우드 서비스 기업에서 사실상 필수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SOC 1 | 재무 보고 관련 | 내부 통제 (ICFR)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SOC 2 | IT 서비스 | 보안, 가용성, 처리 무결성, 기밀성, 프라이버시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SOC 3 | 일반 공개 | SOC 2의 요약본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Trust Service Criteria (TSC) 5가지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CC6.1: 논리적 접근 보안 소프트웨어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방화벽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"sudo nft list ruleset 2&gt;/dev/null | head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IPS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"systemctl is-active suricata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CC6.2: 사용자 인증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인증 방식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"--- $ip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"grep -E 'PasswordAuthentication|PubkeyAuthentication' /etc/ssh/sshd_config | grep -v '^#'"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CC6.3: 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HIPAA (Health Insurance Portability and Accountability Act)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미국 의료정보 보호법 (1996년 제정)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PHI (Protected Health Information, 보호대상 건강정보) 보호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의료기관, 보험사, 의료 IT 서비스 기업에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기술적 보호조치: 접근통제 (164.312(a))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고유 사용자 ID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"awk -F: '\$3&gt;=1000 &amp;&amp; \$3&lt;65534 {print \$1, \$3}' /etc/passwd"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자동 로그오프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TMOUT /etc/profile /etc/bash.bashrc 2&gt;/dev/null || echo '미설정 (HIPAA 부적합)'"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접근 실패 잠금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pam_faillock /etc/pam.d/common-auth 2&gt;/dev/null || echo '미설정'"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기술적 보호조치: 감사통제 (164.312(b))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감사 로그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4. SOC 2 vs HIPAA vs ISO 27001 vs ISMS-P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국가 | 미국 | 미국 | 국제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대상 | 서비스 기업 | 의료 관련 | 전 산업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| 보고서 | 자체 준수 | 인증서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감사 주체 | CPA 법인 | 자체/OCR | 인증기관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개인정보 | Privacy TSC | PHI 보호 | ISO 27701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유효기간 | 12개월 | 지속 | 3년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글로벌 컴플라이언스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접근통제 (사용자 인증, 권한 관리)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로깅 및 모니터링 (감사 로그)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암호화 (전송/저장)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접근통제 (사용자 인증, 권한 관리)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로깅 및 모니터링 (감사 로그)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암호화 (전송/저장)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패치 관리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사고 대응 절차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리스크 관리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7. 보안 교육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실무 시나리오: 다중 컴플라이언스 대응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공통 기반 구축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SOC 2 추가 대응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ISMS-P 추가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공통 기반 구축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→ ISO 27001 기반 ISMS 구축 (가장 포괄적)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SOC 2 추가 대응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→ Trust Service Criteria 매핑, 증적 수집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ISMS-P 추가 대응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→ 개인정보보호 요구사항 추가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통합 감사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→ 한 번의 감사로 여러 인증 대응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SOC 2 = SaaS/클라우드 기업의 사실상 필수 인증, 5가지 TSC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HIPAA = 미국 의료정보 보호법, ePHI에 대한 기술적/관리적/물리적 보호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공통 요구사항 = 접근통제, 로깅, 암호화, 패치, 사고대응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다중 컴플라이언스 = ISO 27001 기반으로 구축하고 매핑으로 대응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증적(Evidence) = 모든 인증에서 가장 중요한 것은 "증명"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SOC 2 Trust Service Criteria 5가지를 실습 환경에 대해 각각 점검하시오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HIPAA Security Rule의 기술적 보호조치를 실습 환경에서 점검하시오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 27001, SOC 2, ISMS-P, HIPAA의 접근통제 관련 항목 매핑 표를 완성하시오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AICPA SOC 2 Trust Service Criteria (TSC)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HHS HIPAA Security Rule (https://www.hhs.gov/hipaa)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SOC 2 Compliance Guide for Startups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HIPAA Technical Safeguards Checklist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