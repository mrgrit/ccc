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14: 인증 준비 실습 - SoA, 증적 수집, 심사 대응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적용성 보고서(SoA)를 작성할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인증 심사를 위한 증적(Evidence)을 수집할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심사원의 질문에 대한 답변을 준비할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인증 심사의 전체 프로세스를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인증 준비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Phase 1: 준비 (2~3개월)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범위 정의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리스크 평가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정책/절차 수립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SoA 작성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Phase 2: 구현 (3~6개월)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통제 구현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교육 실시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운영 시작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증적 축적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Phase 3: 검증 (1~2개월)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내부 감사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경영검토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적용성 보고서 (Statement of Applicability, SoA)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적용 여부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적용/미적용 사유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구현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적용성 보고서 (Statement of Applicability)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조직: OpsClaw 실습 환경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기준: ISO 27001:2022 Annex A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작성일: 2026-03-27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증적 수집 (Evidence Collection)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#!/bin/bash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인증 심사용 증적 수집 스크립트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EVIDENCE_DIR="/tmp/audit_evidence_$(date +%Y%m%d)"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mkdir -p "$EVIDENCE_DIR"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"증적 수집 시작: $(date)"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"저장 위치: $EVIDENCE_DIR"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서버 인벤토리 (A.5.9)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[A.5.9] 자산 인벤토리 수집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'=== 서버 정보 ==='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hostname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uname -a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심사 대응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심사원: "서버에 대한 접근 통제를 어떻게 하고 있습니까?"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피심사자: (다음을 보여준다)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부적합 시정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부적합 번호: NC-001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관련 통제: A.8.15 로깅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부적합 내용: auditd가 미설치되어 명령 수준 감사 로그가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시정조치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부적합 번호: NC-001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관련 통제: A.8.15 로깅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부적합 내용: auditd가 미설치되어 명령 수준 감사 로그가 없음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근본 원인: 초기 서버 구축 시 auditd 설치가 누락됨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시정 조치: auditd 패키지 설치 및 감사 규칙 설정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예방 조치: 서버 구축 체크리스트에 auditd 포함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증적: 설치 로그, 설정 파일, auditd 상태 캡처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완료일: 2026-04-XX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SoA = 93개 통제 항목별 적용 여부와 사유를 문서화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증적 수집 = 문서, 설정, 로그, 스크린샷을 체계적으로 수집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무결성 = 증적의 해시값을 기록하여 변조 방지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심사 대응 = 질문에 즉시 증적을 보여줄 수 있도록 준비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시정 조치 = 부적합 발견 시 근본원인 분석 + 예방조치까지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환경에 대한 SoA를 A.8 기술적 통제 34개 항목 전체에 대해 작성하시오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증적 수집 스크립트를 실행하고 결과를 정리하시오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심사 시뮬레이션 시나리오 2개를 추가로 작성하고 답변을 준비하시오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 27001 Certification Process Guide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 27001 SoA Template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KISA ISMS-P 인증심사 가이드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