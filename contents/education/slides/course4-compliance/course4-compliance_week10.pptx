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Week 10: 리스크 평가 실습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96D6"/>
                </a:solidFill>
                <a:latin typeface="맑은 고딕"/>
              </a:defRPr>
            </a:pPr>
            <a:r>
              <a:t>📌 학습 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리스크 평가의 전체 프로세스를 이해한다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자산 식별, 위협 분석, 취약점 분석을 수행할 수 있다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리스크 매트릭스를 작성하고 리스크를 산정할 수 있다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리스크 처리 계획을 수립한다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1. 리스크 평가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자산 식별 → 위협 식별 → 취약점 식별 → 리스크 산정 → 리스크 평가 → 리스크 처리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2. 단계 1: 자산 식별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하드웨어 자산 정보 수집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for ip in 192.168.208.142 192.168.208.150 192.168.208.151 192.168.208.152; do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echo "========== $ip =========="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sshpass -p1 ssh user@$ip 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echo '[호스트명]' &amp;&amp; hostname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echo '[OS]' &amp;&amp; cat /etc/os-release | grep PRETTY_NAME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echo '[CPU]' &amp;&amp; lscpu | grep 'Model name'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echo '[메모리]' &amp;&amp; free -h | grep Mem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echo '[디스크]' &amp;&amp; df -h / | tail -1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echo '[커널]' &amp;&amp; uname -r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" 2&gt;/dev/null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done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3. 단계 2: 위협 식별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SSH 무차별 대입 시도 (외부 위협)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user@192.168.208.142 "grep 'Failed password' /var/log/auth.log 2&gt;/dev/null | wc -l"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user@192.168.208.142 "grep 'Failed password' /var/log/auth.log 2&gt;/dev/null | awk '{print \$(NF-3)}' | sort | uniq -c | sort -rn | head -5"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Suricata 탐지 이벤트 (네트워크 위협)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user@192.168.208.150 "wc -l /var/log/suricata/fast.log 2&gt;/dev/null || echo '0'"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user@192.168.208.150 "tail -5 /var/log/suricata/fast.log 2&gt;/dev/null"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Wazuh 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4. 단계 3: 취약점 식별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취약점 1: 비밀번호 정책 미설정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user@192.168.208.142 "grep PASS_MAX_DAYS /etc/login.defs | grep -v '^#'"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취약점 2: root 로그인 허용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user@192.168.208.142 "grep PermitRootLogin /etc/ssh/sshd_config | grep -v '^#'"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취약점 3: 불필요한 포트 개방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user@192.168.208.142 "ss -tlnp | grep LISTEN | wc -l"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취약점 4: 패치 미적용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user@192.168.208.142 "apt list --upgradable 2&gt;/dev/null | wc -l"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취약점 5: auditd 미설치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user@192.168.208.142 "systemctl is-active audi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5. 단계 4: 리스크 산정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리스크 = 자산 가치 x 위협 가능성 x 취약점 심각도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6. 단계 5: 리스크 처리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SSH 무차별 대입 (16) | 감소 | 키 기반 인증, fail2ban, MaxAuthTries 제한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SQL Injection (15) | 감소 | WAF 강화, 입력값 검증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API 비인가 접근 (10) | 감소 | API Key 인증 (이미 M28에서 구현)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방화벽 설정 오류 (10) | 감소 | 변경관리 절차 수립, 백업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로그 증거 인멸 (6) | 감소 | Wazuh로 중앙 로그 수집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7. 종합 실습: 리스크 평가 워크시트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1단계: 자산 확인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for ip in 192.168.208.142 192.168.208.150 192.168.208.151 192.168.208.152; do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echo "=== $ip ==="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sshpass -p1 ssh user@$ip "hostname; ss -tlnp 2&gt;/dev/null | grep LISTEN | wc -l; echo '서비스 수'"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done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2단계: 위협 증거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"=== SSH 공격 시도 ==="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user@192.168.208.142 "grep 'Failed' /var/log/auth.log 2&gt;/dev/null | wc -l"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"=== IPS 탐지 ==="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user@192.168.208.150 "wc -l /var/log/suricata/fast.log 2&gt;/dev/null"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3단계: 취약점 확인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"=== 미패치 현황 ==="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8. 핵심 정리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리스크 = 영향도 x 가능성 (또는 자산가치 x 위협 x 취약점)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자산 식별 = 보호 대상을 파악하고 가치를 평가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위협 식별 = 실제 로그를 통해 위협 증거를 수집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리스크 매트릭스 = 정량적으로 우선순위를 결정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처리 계획 = 감소/전가/회피/수용 중 선택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과제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실습 환경의 자산 목록을 10개 이상 작성하고 가치를 평가하시오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각 자산에 대한 위협과 취약점을 식별하시오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리스크 매트릭스를 완성하고 상위 5개 리스크에 대한 처리 계획을 수립하시오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참고 자료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ISO 27005:2022 Information Security Risk Management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NIST SP 800-30 Risk Assessment Guide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KISA 위험관리 가이드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