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12: 보안 감사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보안 감사의 유형과 절차를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로그 감사(Log Audit)를 수행할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설정 검토(Configuration Review)를 수행할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갭 분석(Gap Analysis)을 통해 미준수 항목을 도출할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보안 감사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감사 계획 수립 (범위, 기준, 일정)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자료 수집 (문서, 로그, 설정, 인터뷰)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분석 및 평가 (기준 대비 현황 비교)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감사 계획 수립 (범위, 기준, 일정)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자료 수집 (문서, 로그, 설정, 인터뷰)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분석 및 평가 (기준 대비 현황 비교)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발견사항 도출 (부적합, 관찰사항, 개선권고)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보고서 작성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시정조치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로그 감사 (Log Audit)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SSH 로그인 성공/실패 통계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SSH 로그인 감사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"--- $ip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-n "성공: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"grep 'Accepted' /var/log/auth.log 2&gt;/dev/null | wc -l"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-n "실패: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"grep 'Failed password' /var/log/auth.log 2&gt;/dev/null | wc -l"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설정 검토 (Configuration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#!/bin/bash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보안 설정 감사 스크립트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"================================================"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보안 설정 감사 보고서 - $(date '+%Y-%m-%d %H:%M')"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"================================================"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SERVERS="192.168.208.142 192.168.208.150 192.168.208.151 192.168.208.152"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$SERVERS;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"############## $ip ##############"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# 1. SSH 설정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"[SSH 설정]"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갭 분석 (Gap Analysis)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[현재 상태] ←--- GAP ---→ [목표 상태 (ISO 27001/ISMS-P 기준)]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감사 보고서 작성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감사 개요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감사 기간: 2026-XX-XX ~ 2026-XX-XX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감사 범위: 서버 4대 (opsclaw, secu, web, siem)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보안 감사 보고서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감사 개요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감사 기간: 2026-XX-XX ~ 2026-XX-XX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감사 범위: 서버 4대 (opsclaw, secu, web, siem)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감사 기준: ISO 27001:2022, ISMS-P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감사팀: (이름)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감사 결과 요약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점검 항목: 20개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적합: X개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부적합: X개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관찰사항: X개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보안 감사 = 로그 감사 + 설정 검토 + 갭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로그 감사 = 인증, 네트워크, SIEM 로그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설정 검토 = CIS Benchmark 등 기준 대비 점검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갭 분석 = 현재 상태와 목표 상태의 차이 도출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보고서 = 발견사항, 갭 분석, 권고사항을 체계적으로 문서화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4개 서버에 대해 로그 감사를 수행하고 이상 징후를 3가지 이상 보고하시오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CIS Benchmark 기준 10개 항목 이상 설정 검토를 수행하시오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갭 분석 결과를 표로 작성하고 우선순위별 개선 계획을 수립하시오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CIS Benchmarks (https://www.cisecurity.org/cis-benchmarks)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ISO 27001:2022 내부 감사 가이드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KISA 보안 감사 체크리스트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