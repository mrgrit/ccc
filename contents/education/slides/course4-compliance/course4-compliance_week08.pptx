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- ISO 27001 기반 보안 점검 체크리스트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유형: 실기 시험 (실습 환경 점검 + 보고서 작성)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시간: 120분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배점: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범위: ISO 27001 Annex A 기술적 통제 중심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A | 보안 점검 체크리스트 작성 | 20점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B | 4개 서버 기술 점검 실행 | 40점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C | 점검 결과 분석 및 보고서 작성 | 30점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Part D | 개선 방안 제시 | 10점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A: 보안 점검 체크리스트 작성 (20점)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No | 통제번호 | 항목명 | 점검 명령 | 기대 결과 | 대상서버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|----|---------|--------|----------|----------|---------|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1 | A.8.2 | root 직접 로그인 차단 | grep PermitRootLogin /etc/ssh/sshd_config | no | 전체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2 | A.8.5 | 비밀번호 최대 사용일 | grep PASS_MAX_DAYS /etc/login.defs | &lt;=90 | 전체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| ... | ... | ... | ... | ... | ...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B: 기술 점검 실행 (40점)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(Control Plane)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secu (방화벽/IPS)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(WAF/웹앱)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(SIEM)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C: 점검 결과 분석 및 보고서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점검 목적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점검 범위 (대상 서버 4대)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 보안 점검 결과 보고서 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목적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범위 (대상 서버 4대)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기준 (ISO 27001:2022 Annex A)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점검 일시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점검 결과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판정 | 항목 수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|------|---------|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적합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부분적합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부적합 | ?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D: 개선 방안 (10점)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즉시 조치 항목 (1주 이내 가능한 것)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단기 개선 항목 (1개월 이내)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중장기 개선 항목 (3개월 이상)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[부적합 항목: A.8.5 비밀번호 정책]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현황: PASS_MAX_DAYS = 99999 (만료 없음)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위험도: 높음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즉시 조치: /etc/login.defs에서 PASS_MAX_DAYS를 90으로 변경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단기: pwquality.conf 설정으로 복잡도 강화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중장기: 키 기반 인증으로 전환, 비밀번호 관리자 도입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체크리스트 | 15개 이상, 명령어 정확 | 10개 이상 | 10개 미만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실행 | 4대 서버 전체 수행 | 2~3대 수행 | 1대만 수행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결과 분석 | 정확한 판정+근거 | 판정만 기재 | 부정확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 | 구조 완비, 논리적 | 구조 미흡 | 단편적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개선방안 | 구체적, 실현가능 | 추상적 | 미제출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시험 전 체크사항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서버 접속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-o StrictHostKeyChecking=no -o ConnectTimeout=3 user@$ip "hostname" 2&gt;/dev/null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&amp;&amp; echo "$ip: OK" || echo "$ip: FAIL"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오픈 북 시험: Week 02~07 강의 자료 참고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인터넷 검색 가능 (다만 다른 학생과 동일한 답안은 감점)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결과 파일을 제출 (txt 또는 md 형식)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