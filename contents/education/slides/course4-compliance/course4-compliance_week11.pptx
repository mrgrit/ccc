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보안 정책 수립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보안 정책의 구조와 작성 원칙을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접근통제 정책, 비밀번호 정책, 사고대응 정책을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정책을 실제 시스템 설정으로 구현할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정책과 기술적 구현 사이의 관계를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보안 정책이란?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정보보안 정책 (Policy)          ← 최상위: "무엇을" 해야 하는가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보안 표준/기준 (Standard)       ← "어떤 수준으로" 해야 하는가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보안 절차 (Procedure)           ← "어떻게" 해야 하는가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보안 가이드라인 (Guideline)     ← "권장" 사항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접근통제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목적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적용 범위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접근통제 정책 (Access Control Policy)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버전: 1.0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작성일: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승인자: (CISO)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목적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본 정책은 정보시스템에 대한 접근을 통제하여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비인가 접근을 방지하고 정보 자산을 보호하는 것을 목적으로 한다.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적용 범위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본 정책은 모든 정보시스템(서버, 네트워크, 데이터베이스, 애플리케이션)에 적용된다.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원칙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비밀번호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비밀번호 복잡도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최소 12자 이상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영문 대문자, 소문자, 숫자, 특수문자 중 3종 이상 포함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비밀번호 정책 (Password Policy)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버전: 1.0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비밀번호 복잡도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최소 12자 이상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영문 대문자, 소문자, 숫자, 특수문자 중 3종 이상 포함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사전에 있는 단어 사용 금지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연속된 문자/숫자 3자 이상 사용 금지 (예: abc, 123)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비밀번호 변경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최대 사용 기간: 90일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최소 사용 기간: 1일 (즉시 원래대로 되돌리기 방지)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최근 5개 비밀번호 재사용 금지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사고 대응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목적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사고 분류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대응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정보보안 사고 대응 정책 (Incident Response Policy)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버전: 1.0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목적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정보보안 사고 발생 시 피해를 최소화하고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신속하게 복구하기 위한 절차를 정의한다.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사고 분류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등급 1 (Critical): 개인정보 유출, 핵심 시스템 침해, 랜섬웨어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등급 2 (High): 비인가 접근 탐지, 악성코드 감염, DDoS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등급 3 (Medium): 정책 위반, 비정상 트래픽, 취약점 발견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등급 4 (Low): 바이러스 경고, 스팸, 포트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추가 정책: 패치 관리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긴급 패치 (Critical): 발표 후 72시간 이내 적용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중요 패치 (Important): 발표 후 2주 이내 적용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일반 패치 (Moderate): 월 1회 정기 패치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패치 관리 정책 요약: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긴급 패치 (Critical): 발표 후 72시간 이내 적용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중요 패치 (Important): 발표 후 2주 이내 적용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일반 패치 (Moderate): 월 1회 정기 패치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패치 전 테스트 환경에서 검증 후 적용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패치 이력을 문서화하여 보관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정책과 설정의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정책 준수 여부 일괄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정책 준수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ip=192.168.208.142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root 로그인:"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user@$ip "grep '^PermitRootLogin' /etc/ssh/sshd_config 2&gt;/dev/null || echo '기본값'"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"[2] 비밀번호 만료:"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user@$ip "grep '^PASS_MAX_DAYS' /etc/login.defs"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"[3] 세션 타임아웃:"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user@$ip "grep TMOUT /etc/profile /etc/bash.bashrc 2&gt;/dev/null || echo '미설정'"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"[4] NTP:"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user@$ip "timedatectl 2&gt;/dev/null | grep synchronized"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정책 검토 및 개정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정기 검토: 연 1회 이상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수시 검토: 보안 사고 발생 시, 조직 변경 시, 법률 개정 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변경 필요성 식별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정책 변경 절차: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변경 필요성 식별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변경 초안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관련 부서 검토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CISO 승인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임직원 공지 및 교육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시스템 반영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효과성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정책 계층 = 정책 &gt; 표준 &gt; 절차 &gt; 가이드라인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접근통제 정책 = 최소 권한, 직무 분리, 필요 기반 접근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비밀번호 정책 = 12자+, 90일 변경, 5회 실패 잠금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사고대응 정책 = 탐지→분석→격리→복구→사후조치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정책-설정 매핑 = 정책을 실제 시스템 설정으로 구현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환경에 맞는 접근통제 정책을 작성하시오 (A4 1장 이상)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비밀번호 정책의 각 항목이 현재 서버에서 준수되는지 점검하시오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사고 대응 정책에 따라 "SSH 무차별 대입 공격 탐지" 시나리오의 대응 절차를 작성하시오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SANS Security Policy Templates (https://www.sans.org/information-security-policy/)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정보보안 정책 수립 가이드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 A.5.1 정보보안 정책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