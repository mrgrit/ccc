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04: ISO 27001 (3) - 기술 통제 실습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ISO 27001 A.8 기술적 통제를 실제 서버에서 점검할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접근 통제, 암호화, 네트워크 보안 설정을 확인하고 평가한다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점검 결과를 통제 항목 기준으로 문서화한다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실습 환경 구성 확인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모든 서버 접속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ip in 192.168.208.142 192.168.208.150 192.168.208.151 192.168.208.152; do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echo "=== $ip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sshpass -p1 ssh -o StrictHostKeyChecking=no user@$ip "hostname" 2&gt;/dev/null || echo "접속 실패"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done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A.8.1 사용자 단말 장치 (User Endpoint Devices)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자동 로그아웃 설정 확인 (TMOUT)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ip in 192.168.208.142 192.168.208.150 192.168.208.151 192.168.208.152; do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echo "=== $ip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sshpass -p1 ssh user@$ip "grep TMOUT /etc/profile /etc/bash.bashrc /etc/environment 2&gt;/dev/null || echo 'TMOUT 미설정'"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done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A.8.2 특수 접근 권한 (Privileged Access Rights)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각 서버의 sudo 사용자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ip in 192.168.208.142 192.168.208.150 192.168.208.151 192.168.208.152; do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echo "=== $ip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sshpass -p1 ssh user@$ip "getent group sudo 2&gt;/dev/null; getent group wheel 2&gt;/dev/null"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done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A.8.5 보안 인증 (Secure Authentication)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PubkeyAuthentication yes (권장)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PasswordAuthentication no (키 기반 인증만 허용이 이상적)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MaxAuthTries 3~5 (무차별 대입 방지)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비밀번호 복잡도 정책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"cat /etc/security/pwquality.conf 2&gt;/dev/null | grep -v '^#' | grep -v '^$' || echo 'pwquality 미설정'"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비밀번호 만료 기본 정책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"grep -E 'PASS_MAX_DAYS|PASS_MIN_DAYS|PASS_MIN_LEN|PASS_WARN_AGE' /etc/login.defs"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A.8.9 설정 관리 (Configuration Management)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`ip_forward = 0` (라우터가 아닌 경우)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`accept_redirects = 0` (ICMP 리다이렉트 차단)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`accept_source_route = 0` (소스 라우팅 차단)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실행 중인 서비스 중 불필요한 것이 있는지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"systemctl list-units --type=service --state=running --no-pager | grep -E 'cups|avahi|bluetooth|rpcbind'"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A.8.15 로깅 (Logging)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rsyslog 설정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"cat /etc/rsyslog.conf | grep -v '^#' | grep -v '^$' | head -20"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주요 로그 파일 존재 및 크기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"ls -lh /var/log/syslog /var/log/auth.log /var/log/kern.log 2&gt;/dev/null"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7. A.8.20 네트워크 보안 (Networks Security)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secu 서버의 nftables 규칙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user@192.168.208.150 "sudo nft list ruleset"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8. A.8.24 암호화 사용 (Use of Cryptography)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Wazuh 대시보드 TLS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user@192.168.208.152 "echo | openssl s_client -connect localhost:443 2&gt;/dev/null | head -20"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TLS 버전 확인 (TLS 1.2 이상이어야 함)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user@192.168.208.152 "echo | openssl s_client -connect localhost:443 2&gt;/dev/null | grep 'Protocol'"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9. 점검 결과 문서화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| 통제 항목 | 점검 대상 | 기대 결과 | 실제 결과 | 적합 여부 | 조치 사항 |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|-----------|----------|----------|----------|----------|----------|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| A.8.2 특수접근권한 | opsclaw SSH | PermitRootLogin no | ? | ? | ? |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| A.8.5 보안인증 | opsclaw SSH | MaxAuthTries 5 | ? | ? | ? |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| A.8.15 로깅 | opsclaw auditd | active 상태 | ? | ? | ? |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| A.8.20 네트워크 | secu nftables | 정책 존재 | ? | ? | ? |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| A.8.24 암호화 | siem TLS | TLS 1.2+ | ? | ? | ? |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10. 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기술적 통제 점검 = 실제 서버 설정을 ISO 27001 기준으로 확인하는 것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접근 통제: SSH 설정, sudo 권한, 비밀번호 정책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로깅: rsyslog, auditd, Wazuh 에이전트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네트워크: 방화벽 규칙, 열린 포트, 네트워크 분리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암호화: TLS 버전, SSH 알고리즘, 디스크 암호화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4개 서버 모두에 대해 위 점검 항목을 수행하고 결과를 표로 작성하시오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미준수 항목에 대한 개선 방안을 제시하시오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자동 점검 스크립트를 작성하시오 (선택)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참고 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CIS Benchmarks for Ubuntu Linux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KISA 서버 보안 가이드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SSH Hardening Guide (ssh-audit 도구)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