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07: NIST CSF - 사이버보안 프레임워크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NIST CSF(Cybersecurity Framework)의 5가지 기능을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각 기능의 카테고리와 서브카테고리를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NIST CSF를 실습 환경에 적용하여 평가할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ISO 27001, ISMS-P와의 관계를 파악한다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NIST CSF란?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NIST: 미국 국립표준기술연구소 (National Institute of Standards and Technology)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CSF: Cybersecurity Framework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2014년 초판 발행, 2024년 CSF 2.0 개정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리스크 기반 | 위험도에 따라 우선순위 결정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성과 기반 | "무엇을 달성할 것인가"에 초점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기술 중립적 | 특정 기술/제품에 종속되지 않음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자발적 | 법적 의무 아님 (권장 사항)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유연함 | 조직 규모/산업에 맞게 조정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5가지 핵심 기능 (CSF 1.1 기준)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┌──────────┐  ┌──────────┐  ┌──────────┐  ┌──────────┐  ┌──────────┐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Identify │→│ Protect  │→│  Detect  │→│ Respond  │→│ Recover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(식별)  │  │  (보호)  │  │  (탐지)  │  │  (대응)  │  │  (복구)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└──────────┘  └──────────┘  └──────────┘  └──────────┘  └──────────┘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Identify (식별)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ID.AM-1: 물리적 장치 및 시스템 인벤토리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"hostname; lscpu | grep 'Model name'; free -h | grep Mem; df -h / | tail -1"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ID.AM-2: 소프트웨어 인벤토리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"dpkg -l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"systemctl list-units --type=service --state=running --no-pager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ID.AM-3: 데이터 흐름 매핑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"ip route show"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Protect (보호)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PR.AC-1: 접근 통제 (계정 관리)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"awk -F: '\$3&gt;=1000 &amp;&amp; \$3&lt;65534{print \$1}' 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PR.AC-3: 원격 접근 관리 (SSH 설정)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-E 'PermitRootLogin|MaxAuthTries|Protocol' /etc/ssh/sshd_config | grep -v '^#'"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PR.DS-1: 전송 데이터 보호 (TLS)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"echo | openssl s_client -connect localhost:443 2&gt;/dev/null | grep Protocol"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PR.DS-2: 저장 데이터 보호 (파일 권한)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"ls -la /etc/shado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Detect (탐지)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DE.CM-1: 네트워크 모니터링 (Suricata IPS)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"systemctl is-active suricata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"tail -3 /var/log/suricata/fast.log 2&gt;/dev/null || echo '로그 없음'"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DE.CM-4: 악성코드 탐지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"which clamscan 2&gt;/dev/null || echo 'AV 미설치'"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DE.CM-7: 비인가 활동 모니터링 (Wazuh)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"systemctl is-active wazuh-manager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DE.AE-3: 이벤트 데이터 수집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Respond (대응)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RS.AN-1: 사고 분석 (로그 분석 능력)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최근 SSH 실패 로그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/var/log/auth.log 2&gt;/dev/null | tail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RS.MI-1: 사고 격리 (방화벽으로 IP 차단 가능 여부)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"sudo nft list ruleset 2&gt;/dev/null | grep 'drop'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RS.CO-1: 알림 체계 확인 (Wazuh 알림 설정)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/var/ossec/etc/ossec.conf 2&gt;/dev/null | grep -A5 '&lt;email_notification&gt;' | head -6"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Recover (복구)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RC.RP-1: 백업 존재 여부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"ls -la /backup/ 2&gt;/dev/null || echo '백업 디렉토리 없음'"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데이터베이스 백업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"ls -la /tmp/*dump* /tmp/*backup* 2&gt;/dev/null || echo 'DB 백업 없음'"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서비스 재시작 능력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"systemctl is-enabled postgresql 2&gt;/dev/null || echo 'postgresql 서비스 상태 확인 필요'"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NIST CSF vs ISO 27001 vs ISMS-P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국가 | 미국 | 국제 | 한국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성격 | 프레임워크 (가이드) | 표준 (인증) | 표준 (인증)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접근법 | 기능 기반 (5+1) | 프로세스 기반 | 영역 기반 (3)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| 없음 | 있음 | 있음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강점 | 유연, 직관적 | 국제적 인정 | 한국법 완전 대응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실습: CSF 프로파일 작성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1: 부분적 (Partial) - 비공식, 임시 대응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2: 리스크 인지 (Risk Informed) - 일부 프로세스 존재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3: 반복 가능 (Repeatable) - 문서화된 절차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Identify | ID.AM 자산관리 | ? | 3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Protect | PR.AC 접근통제 | ? | 3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Detect | DE.CM 모니터링 | ? | 3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Respond | RS.AN 분석 | ? | 2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Recover | RC.RP 복구계획 | ? |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 CSF = 5가지 기능(식별/보호/탐지/대응/복구) 기반 프레임워크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인증이 아닌 가이드 = 조직에 맞게 유연하게 적용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성숙도 모델 = Tier 1~4로 현재 수준과 목표를 비교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다른 표준과 호환 = ISO 27001, ISMS-P 등과 매핑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CSF 2.0 = Govern(거버넌스) 기능 추가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 4개 서버에 대해 CSF 5가지 기능별로 현재 수준을 평가하시오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가장 개선이 시급한 기능과 그 이유를 설명하시오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 CSF와 ISMS-P의 매핑 표를 10개 항목 이상 작성하시오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 Cybersecurity Framework v2.0 (https://www.nist.gov/cyberframework)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 SP 800-53 Security and Privacy Controls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 CSF to ISO 27001 Mapping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