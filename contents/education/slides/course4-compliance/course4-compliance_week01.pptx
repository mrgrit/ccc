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정보보안 표준 개론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정보보안 표준이 존재하는 이유와 필요성을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주요 글로벌/국내 보안 표준의 특징과 차이점을 비교할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인증 프로세스의 기본 절차를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인프라에서 기본 보안 설정 항목을 점검하는 미니 컴플라이언스 체크를 수행할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정보보안 표준이 왜 필요한가?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표준 없는 조직의 보안: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──────────────────────────────────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개발팀: "보안? 나중에 하죠"         ← 우선순위 낮음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운영팀: "방화벽 설치했으니 됐죠"    ← 단편적 방어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경영진: "해킹 안 당했으니 괜찮죠"   ← 근거 없는 자신감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감사팀: "뭘 점검해야 하죠?"         ← 기준 부재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결과: 체계 없음 → 구멍 발생 → 사고 → 큰 피해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주요 글로벌 보안 표준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국제표준화기구(ISO)와 국제전기기술위원회(IEC)가 공동 제정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정보보안 관리체계(ISMS)를 수립, 구현, 유지, 개선하기 위한 요구사항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전 세계에서 가장 널리 사용되는 정보보안 표준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ISO 27001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본문 (4~10절): 관리체계 요구사항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4. 조직의 맥락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5. 리더십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6. 계획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7. 지원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8. 운영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9. 성과 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10. 개선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부속서 A: 통제 항목 (93개, 4개 그룹)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├── A.5 조직적 통제 (37개)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├── A.6 인적 통제 (8개)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├── A.7 물리적 통제 (14개)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 A.8 기술적 통제 (34개)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표준 비교 분석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의사 결정 트리: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Q1. 한국에서 일정 규모 이상의 온라인 서비스를 운영하는가?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Yes: ISMS-P (법적 의무)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Q2. 글로벌 시장에 서비스를 제공하는가?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Yes: ISO 27001 (국제적 인정)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Q3. EU 시민의 개인정보를 처리하는가?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Yes: GDPR 준수 필수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Q4. 미국 의료 데이터를 처리하는가?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Yes: HIPAA 준수 필수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Q5. 클라우드/SaaS 서비스를 제공하며, 미국 고객이 있는가?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인증 프로세스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인증 신청 → KISA(한국인터넷진흥원)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인증 심사팀 구성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서면 심사 (문서 검토)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1단계: 준비 (3~6개월)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ISMS 범위 설정, 위험 평가, 정책/절차 수립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통제 항목 구현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2단계: 내부 감사 (1~2주)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자체 점검으로 미비점 발견 및 보완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3단계: Stage 1 심사 (1~2일)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인증기관이 문서 적절성 검토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→ 현장 심사 준비 상태 확인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 1: 패스워드 정책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패스워드 만료 정책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/etc/login.defs | grep -E "^PASS_MAX_DAYS|^PASS_MIN_DAYS|^PASS_MIN_LEN|^PASS_WARN_AGE"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 2: 방화벽 상태 점검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opsclaw 방화벽 상태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nft list ruleset 2&gt;/dev/null | head -5 || sudo iptables -L 2&gt;/dev/null | head -5 || echo "방화벽 규칙 없음"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secu 방화벽 상태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nft list ruleset 2&gt;/dev/null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web 방화벽 상태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nft list ruleset 2&gt;/dev/null | head -5 || sudo iptables -L 2&gt;/dev/null | head -5 || echo '방화벽 규칙 없음'"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 3: SSH 보안 설정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SSH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opsclaw SSH 설정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grep -E "^(PermitRootLogin|PasswordAuthentication|Port|MaxAuthTries|Protocol|X11Forwarding|AllowUsers|AllowGroups)" /etc/ssh/sshd_config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실습 4: 로그 관리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rsyslog 서비스 상태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systemctl is-active rsyslog 2&gt;/dev/null || systemctl is-active syslog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로그 파일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ls -la /var/log/syslog /var/log/auth.log /var/log/kern.log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실습 5: 미니 컴플라이언스 보고서 작성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미니 컴플라이언스 점검 보고서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점검일: 2026-03-27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점검자: (학번/이름)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대상: 실습 인프라 4대 서버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기준: ISO 27001 부속서 A 일부 항목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1. 패스워드 정책 (A.5.17)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opsclaw: [ ] 적합 / [x] 부적합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서버(opsclaw, secu, web, siem)에 대해 점검 수행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항목별 적합/부적합 판정 및 근거 명시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부적합 항목에 대한 구체적인 개선 권고안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(A) 한국의 대형 쇼핑몰 운영 기업 (회원 500만 명)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(B) 미국 병원과 계약한 한국 의료 IT 스타트업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(C) EU에 서비스하는 한국 게임 회사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6개 주요 보안 표준의 이름과 핵심 특징을 말할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ISO 27001과 ISMS-P의 차이점을 설명할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NIST CSF의 6대 기능을 순서대로 말할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opsclaw 서버의 패스워드 정책 확인 완료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각 서버의 방화벽 상태 확인 완료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SSH 설정(PermitRootLogin 등) 점검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로그 로테이션 설정 확인 완료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미니 컴플라이언스 보고서 양식 이해 완료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자동 점검 스크립트 실행 성공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27001의 위험 평가 방법론 (자산-위협-취약점 분석)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위험 처리 계획 수립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부속서 A 통제 항목 상세 학습 (조직적/인적/물리적/기술적 통제)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실습: 실습 인프라에 대한 위험 평가 수행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ISO 27001 심화 — 위험 평가와 통제 항목**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