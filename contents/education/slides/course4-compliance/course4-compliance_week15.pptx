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기말고사 - 모의 인증 심사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유형: 팀 실기 시험 (2~3인 1조)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시간: 180분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배점: 100점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역할: 심사팀(1조) / 피심사 조직(1조)을 번갈아 수행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기준: ISO 27001:2022 + ISMS-P 통합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A | 심사 준비 (피심사 역할) | 30점 | 60분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B | 모의 심사 실시 | 40점 | 80분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C | 심사 보고서 작성 | 30점 | 40분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A: 심사 준비 - 피심사 조직 역할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"정보보안 관리체계의 범위는 어디까지입니까?"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"리스크 평가 결과를 보여주십시오."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"접근통제 정책과 실제 구현이 일치합니까?"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점검을 위한 기본 정보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"========== $ip 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hostname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'--- 서비스 ---'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systemctl list-units --type=service --state=running --no-pager | wc -l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'--- 포트 ---'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ss -tlnp 2&gt;/dev/null | grep LISTEN | wc -l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B: 모의 심사 실시 (40점)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질문에 대한 정확한 답변 (5점)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증적의 즉시 제시 (5점)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기술적 설명의 정확성 (5점)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심사 명령어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접근통제 심사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사용자 계정 관리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$ip: 계정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"awk -F: '\$3&gt;=1000 &amp;&amp; \$3&lt;65534 {print \$1,\$3,\$7}' 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권한 관리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$ip: sudo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"getent group sudo"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C: 심사 보고서 작성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심사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심사일: 2026-XX-XX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심사 기준: ISO 27001:2022, ISMS-P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모의 인증 심사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심사 개요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심사일: 2026-XX-XX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심사 기준: ISO 27001:2022, ISMS-P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심사 범위: 서버 4대 (opsclaw, secu, web, siem)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심사팀: (이름)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피심사 조직: (팀명)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심사 결과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구분 | 건수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|------|------|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중대 부적합 (Major) | ?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SoA 완성도 | 34개 항목 전체, 사유 충분 | 20개 이상 | 20개 미만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증적 수집 | 10개 이상 항목, 해시 포함 | 7개 이상 | 7개 미만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답변 준비 | 8개 질문 모두 준비 | 5개 이상 | 5개 미만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시험 전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서버 접속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-o StrictHostKeyChecking=no -o ConnectTimeout=3 user@$ip "hostname" 2&gt;/dev/null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&amp;&amp; echo "$ip: OK" || echo "$ip: FAIL"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Wazuh 상태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"systemctl is-active wazuh-manager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오픈 북 시험: Week 02~14 강의 자료, 인터넷 검색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팀 구성: 수업 시작 시 발표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제출물: 심사 보고서 (md 또는 txt 파일)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이 시험은 학기 전체 내용을 종합하는 실전 연습이다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