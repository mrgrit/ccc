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02: ISO 27001 (1) - 구조와 원칙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ISO 27001이 무엇인지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ISMS(정보보안 관리체계)의 개념을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PDCA 사이클과 리스크 기반 접근법을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Annex A 통제 항목의 전체 구조를 파악한다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ISO 27001이란?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2005년 초판 발행, 2013년 대규모 개정, 2022년 최신 개정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전 세계에서 가장 널리 사용되는 보안 인증 표준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한국의 ISMS-P 인증도 ISO 27001을 기반으로 만들어졌다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보안을 어디서부터 시작할지 모른다 | 체계적인 프레임워크 제공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보안 투자의 근거가 없다 | 리스크 기반으로 우선순위 결정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담당자가 바뀌면 보안 수준이 떨어진다 | 문서화된 프로세스로 지속성 확보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고객사가 보안 수준을 요구한다 | 제3자 인증으로 신뢰 증명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ISMS(정보보안 관리체계)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기밀성: 허가된 사람만 정보에 접근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무결성: 정보가 무단으로 변경되지 않음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가용성: 필요할 때 정보를 사용할 수 있음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정보보안 = 기밀성(Confidentiality) + 무결성(Integrity) + 가용성(Availability)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= CIA Triad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3. ISO 27001의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4 | 조직의 맥락 | 이해관계자, 범위 정의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5 | 리더십 | 경영진 참여, 보안 정책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6 | 계획 | 리스크 평가, 목표 설정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7 | 지원 | 자원, 역량, 인식, 문서화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8 | 운영 | 리스크 처리, 통제 구현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9 | 성과 평가 | 모니터링, 내부 감사, 경영 검토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PDCA 사이클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┌─────────┐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Plan   │ → 리스크 평가, 통제 선택, 보안 목표 수립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(계획)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└────┬────┘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┌─────────┐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 Do    │ → 통제 구현, 교육 실시, 프로세스 운영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(실행)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└────┬────┘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┌─────────┐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 Check  │ → 모니터링, 내부감사, 효과성 측정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│ (점검)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└────┬────┘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리스크 기반 접근법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리스크 = 위협 x 취약점 x 자산 가치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리스크가 높은 곳부터 우선 통제를 적용한다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자산 식별 → 위협 식별 → 취약점 식별 → 리스크 산정 → 리스크 처리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실습: 우리 실습 환경의 자산 식별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 서버 (control plane)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"hostname; uname -a; cat /etc/os-release | head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secu 서버 (방화벽/IPS)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"hostname; uname -a"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web 서버 (WAF/웹앱)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user@192.168.208.151 "hostname; uname -a"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siem 서버 (Wazuh)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"hostname; uname -a"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실습: PDCA 적용해보기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SSH 설정 점검 (비밀번호 로그인 허용 여부)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-i 'PasswordAuthentication' /etc/ssh/sshd_config"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방화벽 상태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"sudo nft list ruleset | head -30"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ISO 27001 = 정보보안 관리체계(ISMS)의 국제 표준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ISMS = 사람 + 프로세스 + 기술을 통합 관리하는 체계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PDCA = Plan-Do-Check-Act 지속적 개선 사이클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Annex A = 93개 통제 항목 (조직/인적/물리/기술)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리스크 기반 접근 = 위험이 높은 곳부터 우선 대응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환경의 4개 서버에 대해 자산 목록을 완성하시오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서버에서 발견한 보안 설정 1가지를 PDCA 관점에서 분석하시오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Annex A 93개 통제 항목 중 우리 실습 환경에 적용 가능한 항목 5개를 선택하고 이유를 설명하시오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ISO/IEC 27001:2022 공식 문서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KISA 정보보호 관리체계 인증 가이드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ISO 27001 Annex A Controls Explained (온라인 검색)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