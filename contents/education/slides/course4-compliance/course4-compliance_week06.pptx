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06: ISMS-P (2) - 점검 항목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ISMS-P 보호대책 중 핵심 20개 항목을 실제 서버에서 점검한다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점검 스크립트를 작성하고 실행한다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점검 결과를 ISMS-P 양식에 맞게 문서화한다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점검 방법론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서류 점검 | 정책/절차 문서 확인 | 보안 정책서, 접근통제 절차서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기술 점검 | 시스템 설정 확인 | SSH 설정, 방화벽 규칙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인터뷰 | 담당자 면담 | 보안 교육 이수 여부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현장 확인 | 물리적 확인 | 서버실 출입 통제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점검 항목 1~5: 정책 및 조직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보안 관련 문서/설정 파일 존재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"ls -la /etc/security/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"ls -la /etc/pam.d/ | head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점검 항목 6~10: 인증 및 접근통제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최소 8자 이상 (영문+숫자+특수문자 중 2종 이상)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90일 이내 변경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최근 2회 이내 동일 비밀번호 사용 불가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점검: 불필요한 계정, 기본 계정, 미사용 계정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$ip: 사용자 계정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"awk -F: '\$3 &gt;= 1000 &amp;&amp; \$3 &lt; 65534 {print \$1, \$6, \$7}' /etc/passwd"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"--- 최근 로그인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"lastlog 2&gt;/dev/null | awk 'NR&gt;1 &amp;&amp; \$2 != \"Never\" {print}' | head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점검 항목 11~15: 시스템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SSH 접근 제한 설정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$ip: SSH 설정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"grep -E 'PermitRootLogin|PasswordAuthentication|MaxAuthTries|AllowUsers|AllowGroups|LoginGraceTime' /etc/ssh/sshd_config | grep -v '^#'"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점검 항목 16~20: 로그 및 사고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로그 보존 설정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$ip: 로그 보존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"cat /etc/logrotate.conf 2&gt;/dev/null | grep -E 'rotate|weekly|monthly|daily'"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"--- 로그 파일 크기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"ls -lh /var/log/syslog /var/log/auth.log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통합 점검 스크립트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ISMS-P 핵심 20개 항목 자동 점검 스크립트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SERVERS="192.168.208.142 192.168.208.150 192.168.208.151 192.168.208.152"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"=========================================="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ISMS-P 핵심 점검 실행: $(date)"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"=========================================="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$SERVERS;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"########## $ip ##########"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"[2.5.1] 사용자 계정:"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-o StrictHostKeyChecking=no user@$ip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"awk -F: '\$3&gt;=1000 &amp;&amp; \$3&lt;65534{print \$1}' /etc/passwd" 2&gt;/dev/null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점검 결과 보고서 양식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항목번호: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현황: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개선 방안: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ISMS-P 점검 결과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점검일: 2026-03-27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점검자: (이름)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대상: 실습 환경 4개 서버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No | 항목번호 | 항목명 | 대상서버 | 점검결과 | 판정 | 비고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|----|---------|--------|---------|---------|------|------|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1 | 2.5.1 | 사용자계정관리 | 전체 | ... | 적합/부적합 | ...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2 | 2.5.3 | 사용자인증 | 전체 | ... | 적합/부적합 | ...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... | ... | ... | ... | ... | ... | ...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[부적합 항목 개선 계획]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항목번호: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20개 핵심 항목 = 계정/인증/접근통제/암호화/로깅/패치/사고대응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유형 = 서류 + 기술 + 인터뷰 + 현장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판정 기준 = 적합, 부분적합, 부적합, 해당없음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자동화 = 기술 점검은 스크립트로 반복 수행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문서화 = 점검 결과는 반드시 증적으로 보관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 통합 점검 스크립트를 실행하고 결과를 보고서 양식에 맞게 작성하시오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부적합 판정된 항목에 대한 개선 방안을 제시하시오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항목을 3개 추가하여 스크립트를 확장하시오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ISMS-P 인증기준 해설서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주요정보통신기반시설 기술적 취약점 분석 가이드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정보보호 컴플라이언스 점검 실무 가이드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