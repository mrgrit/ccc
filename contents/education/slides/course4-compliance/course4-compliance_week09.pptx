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09: GDPR / 개인정보보호 - EU와 한국 비교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GDPR(EU 일반 개인정보보호 규정)의 핵심 원칙을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한국의 개인정보보호법과 GDPR을 비교할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개인정보 처리의 기술적 보호조치를 실습한다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개인정보 유출 대응 절차를 파악한다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GDPR이란?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GDPR: General Data Protection Regulation (EU 일반 개인정보보호 규정)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2018년 5월 25일 시행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EU 시민의 개인정보를 처리하는 모든 조직에 적용 (EU 밖 기업 포함)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역외 적용 | 한국 기업도 EU 고객 데이터를 다루면 적용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높은 과징금 | 최대 2천만 유로 또는 전세계 연매출 4%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글로벌 표준 | 한국법도 GDPR을 참고하여 개정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기술 요구사항 | 개발자/운영자에게 직접적인 기술 요구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GDPR 핵심 원칙 (7가지)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정보주체의 동의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계약 이행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법적 의무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정보주체의 동의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계약 이행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법적 의무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정보주체의 중대한 이익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5. 공익 목적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6. 정당한 이익 (이해관계 균형)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3. 정보주체의 권리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열람권 | 자신의 데이터 확인 | 제15조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정정권 | 부정확한 데이터 수정 | 제16조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삭제권 (잊힐 권리) | 데이터 삭제 요구 | 제17조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처리 제한권 | 처리 일시 중지 요구 | 제18조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이동권 | 다른 서비스로 데이터 이전 | 제20조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반대권 | 특정 처리에 반대 | 제21조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4. 한국 개인정보보호법과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주민등록번호: 원칙적 수집 금지 (법적 근거 필요)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개인정보 영향평가: 공공기관 의무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개인정보보호위원회: 독립 감독기관 (2020년 격상)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시행 | 2018년 | 2011년 (2020년 대규모 개정)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적용 범위 | EU 시민 데이터 처리 전체 | 한국 내 개인정보 처리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역외 적용 | 있음 | 제한적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과징금 | 매출 4% 또는 2천만 유로 | 매출 3% 이하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DPO 의무 | 특정 조건 시 필수 | CPO(개인정보보호책임자) 필수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기술적 보호조치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(a) 개인정보의 가명처리 및 암호화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(b) 처리 시스템의 기밀성, 무결성, 가용성, 복원력 보장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(c) 물리적/기술적 사고 시 적시에 가용성 복원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(d) 보호조치의 효과를 정기적으로 테스트/평가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개인정보 유출 대응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유출 인지 및 초기 대응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유출 범위 파악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추가 유출 차단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발견 → 72시간 이내 감독기관 통지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→ 고위험인 경우 정보주체에게도 통지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가명처리와 익명처리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로그에서 IP 주소를 해시로 가명처리하는 예시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"echo '192.168.208.150 tried SSH login'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sed -E 's/([0-9]+\.[0-9]+\.[0-9]+\.[0-9]+)/[MASKED]/g'"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Python으로 가명처리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"python3 -c \"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hashlib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ip = '192.168.208.150'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pseudo = hashlib.sha256(ip.encode()).hexdigest()[:8]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print(f'원본: {ip}')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print(f'가명: user_{pseudo}')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\""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개인정보보호 체크리스트 (실습 환경)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종합 점검 스크립트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개인정보보호 기술적 점검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"[1] DB 암호화 설정:"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"PGPASSWORD=opsclaw psql -h 127.0.0.1 -U opsclaw -d opsclaw -c 'SHOW ssl;'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"[2] 전송 암호화 (TLS):"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"echo | openssl s_client -connect localhost:443 2&gt;/dev/null | grep Protocol"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"[3] 접근 로그 활성화:"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"PGPASSWORD=opsclaw psql -h 127.0.0.1 -U opsclaw -d opsclaw -c 'SHOW log_statement;'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"[4] 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9.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GDPR = EU 시민 데이터를 다루는 모든 조직에 적용되는 강력한 규정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7가지 원칙 = 적법성, 목적제한, 최소화, 정확성, 보관제한, 보안, 책임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정보주체 권리 = 열람, 정정, 삭제, 이동, 반대, 자동화결정 거부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한국법과 유사 = 동의 기반, 목적 제한, 안전조치 의무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72시간 통지 = GDPR과 한국법 모두 유출 시 신속 통지 의무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GDPR과 한국 개인정보보호법의 차이점을 5가지 이상 정리하시오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 환경에서 개인정보보호 기술적 점검을 수행하고 결과를 보고하시오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로그 데이터에서 개인정보(IP, 사용자명)를 가명처리하는 스크립트를 작성하시오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EU GDPR 공식 문서 (https://gdpr.eu)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개인정보보호위원회 (https://www.pipc.go.kr)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한국 개인정보보호법 전문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GDPR vs 한국법 비교 분석 (KISA 발간)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