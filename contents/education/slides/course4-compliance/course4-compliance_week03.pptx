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03: ISO 27001 (2) - 통제 항목 (A.5~A.8)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ISO 27001:2022 Annex A의 4개 통제 그룹을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A.5 조직적 통제의 주요 항목을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A.6 인적 통제와 A.7 물리적 통제를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A.8 기술적 통제의 핵심 항목을 파악한다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Annex A 통제 항목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위협 인텔리전스 (A.5.7)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클라우드 서비스 보안 (A.5.23)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데이터 마스킹 (A.8.11)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그룹 수 | 14개 | 4개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통제 수 | 114개 | 93개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신규 항목 | - | 11개 추가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A.5 조직적 통제 (37개)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목적과 범위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경영진의 의지 표명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보안 원칙 (최소 권한, 직무 분리 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좋은 정책의 구성: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목적과 범위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경영진의 의지 표명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보안 원칙 (최소 권한, 직무 분리 등)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역할과 책임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위반 시 제재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 검토 주기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A.6 인적 통제 (8개)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배경 조사 (학력, 경력, 범죄 이력 등)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보안 역할에 따른 적합성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비활성 계정 찾기 (90일 이상 로그인 안 한 계정)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"lastlog | awk 'NR&gt;1 &amp;&amp; \$2==\"Never\" {print \$1}'"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sudo 권한 가진 사용자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"getent group sudo"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비밀번호 만료 정책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"chage -l user 2&gt;/dev/null || echo 'chage 명령 확인 필요'"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A.7 물리적 통제 (14개)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서버실 출입 통제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방문자 관리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사무실/시설 보안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화면 잠금(자동 로그아웃) 설정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-i tmout /etc/profile /etc/bash.bashrc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USB 장치 접근 로그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"dmesg | grep -i usb | tail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하드웨어 정보 확인 (자산 관리 용도)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"lscpu | head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"free -h"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"df -h /"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A.8 기술적 통제 (34개)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A.8.2: 특수 접근 권한 (root, sudo)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A.8.3: 접근 제한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입력값 검증, SQL Injection 방지, XSS 방지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실습: 접근 제한 설정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SSH 설정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-E 'PermitRootLogin|PasswordAuthentication|MaxAuthTries' /etc/ssh/sshd_config"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PAM 설정 확인 (로그인 실패 잠금)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"cat /etc/pam.d/common-auth | grep -v '^#' | head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통제 항목 선택 (SoA)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A.5.1 정보보안 정책 | 적용 | 필수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A.7.3 사무실 보안 | 미적용 | 실습 환경이므로 해당 없음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A.8.20 네트워크 보안 | 적용 | 방화벽 운영 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A.5 조직적 통제 (37개): 정책, 역할, 자산, 접근, 사고관리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A.6 인적 통제 (8개): 채용, 교육, 퇴직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A.7 물리적 통제 (14개): 출입, 장비, 매체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A.8 기술적 통제 (34개): 인증, 암호화, 로깅, 네트워크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SoA: 각 통제의 적용 여부와 사유를 문서화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환경의 4개 서버에 대해 A.8 기술적 통제 중 5개 항목의 현재 상태를 점검하시오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A.5.7(위협 인텔리전스)를 우리 환경(Wazuh + OpenCTI)에 어떻게 적용할 수 있는지 설명하시오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SoA 초안을 작성하시오 (최소 10개 항목, 적용/미적용 사유 포함)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ISO/IEC 27001:2022 Annex A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KISA 주요정보통신기반시설 기술적 취약점 분석 가이드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Annex A Controls: What's New in ISO 27001:2022 (온라인 검색)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