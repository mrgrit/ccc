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05: ISMS-P (1) - 한국 인증 제도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ISMS-P 인증 제도의 배경과 구조를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관리체계 수립 및 운영(16개), 보호대책(64개), 개인정보(22개)를 구분한다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ISO 27001과 ISMS-P의 차이점을 설명할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인증 의무 대상과 절차를 파악한다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1. ISMS-P란?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ISMS (Information Security Management System): 정보보호 관리체계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P (Personal Information): 개인정보보호 관리체계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2018년 기존 ISMS와 PIMS를 통합하여 ISMS-P로 개편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정보통신망법 제47조 | ISMS 인증 의무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개인정보보호법 제32조의2 | 개인정보보호 인증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전자금융거래법 | 금융기관 보안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ISMS-P 인증 체계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ISMS-P 인증 기준 (총 102개)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├── 1. 관리체계 수립 및 운영 (16개)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├── 1.1 관리체계 기반 마련 (4개)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├── 1.2 위험 관리 (3개)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├── 1.3 관리체계 운영 (3개)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└── 1.4 관리체계 점검 및 개선 (6개)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├── 2. 보호대책 요구사항 (64개)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├── 2.1 정책, 조직, 자산 관리 (7개)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├── 2.2 인적 보안 (5개)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├── 2.3 외부자 보안 (4개)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├── 2.4 물리 보안 (7개)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├── 2.5 인증 및 권한관리 (6개)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├── 2.6 접근통제 (7개)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├── 2.7 암호화 적용 (2개)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├── 2.8 정보시스템 도입 및 개발 (6개)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영역 1: 관리체계 수립 및 운영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1.4.1 법적 요구사항 준수 검토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1.4.2 관리체계 점검 (내부 감사)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1.4.3 관리체계 개선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영역 2: 보호대책 요구사항 (주요 항목)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실습: 사용자 인증 관련 점검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2.5.1 사용자 계정 관리 — 불필요한 계정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user@192.168.208.142 "awk -F: '\$3 &gt;= 1000 &amp;&amp; \$3 &lt; 65534 {print \$1}' /etc/passwd"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2.5.2 사용자 식별 — 공용 계정 사용 여부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user@192.168.208.142 "last | head -10"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2.5.3 사용자 인증 — 비밀번호 정책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user@192.168.208.142 "grep -E 'PASS_MAX_DAYS|PASS_MIN_DAYS|PASS_MIN_LEN' /etc/login.defs"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2.5.4 비밀번호 관리 — 비밀번호 복잡도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user@192.168.208.142 "cat /etc/security/pwquality.conf 2&gt;/dev/null | grep -v '^#' | grep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5. 영역 3: 개인정보 처리 단계별 요구사항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3.1.1 개인정보 수집 제한 | 목적에 필요한 최소 정보만 수집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3.1.2 개인정보의 수집 동의 | 명시적 동의 획득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3.1.5 간접 수집 보호조치 | 제3자로부터 수집 시 고지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6. ISO 27001 vs ISMS-P 비교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제정 기관 | ISO (국제) | KISA/PIPC (한국)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법적 구속력 | 자발적 (계약상 필수 가능) | 법적 의무 (대상 기업)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인증 기준 수 | 93개 (Annex A) | 102개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개인정보 | 별도 표준 (ISO 27701) | 통합 (22개 항목)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인증 유효기간 | 3년 (매년 사후심사) | 3년 (매년 사후심사)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인증 기관 | 국제 인증기관 | KISA, 인증기관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7. 인증 절차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인증 범위 결정 (1~2주)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관리체계 수립 (2~3개월)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보호대책 구현 (3~6개월)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1. 인증 범위 결정 (1~2주)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2. 관리체계 수립 (2~3개월)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3. 보호대책 구현 (3~6개월)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4. 내부 감사 실시 (2~4주)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5. 인증 신청 (서류 제출)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6. 서류 심사 (2~4주)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7. 현장 심사 (3~5일)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8. 보완 조치 (필요 시)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9. 인증서 발급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10. 사후 관리 (매년)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8. 실습: 우리 환경의 ISMS-P 적합성 초기 평가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1.2.1 정보자산 식별 — 서버 자산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자산 목록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for ip in 192.168.208.142 192.168.208.150 192.168.208.151 192.168.208.152; do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echo "--- $ip ---"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sshpass -p1 ssh user@$ip "hostname; uname -r; cat /etc/os-release | grep PRETTY_NAME" 2&gt;/dev/null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done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1.2.2 현황분석 — 네트워크 구성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네트워크 구성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user@192.168.208.150 "ip route show"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2.11.1 사고 예방 — Wazuh 에이전트 설치 현황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Wazuh Agent 상태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for ip in 192.168.208.142 192.168.208.150 192.168.208.151; do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echo "--- $ip --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9. 핵심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ISMS-P = 한국의 정보보호 + 개인정보보호 통합 인증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102개 기준 = 관리체계(16) + 보호대책(64) + 개인정보(22)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의무 대상: ISP, IDC, 매출 100억 이상, 이용자 100만 이상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ISO 27001과 차이: 법적 의무, 개인정보 통합, 한국어 기준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인증 유효기간: 3년, 매년 사후심사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과제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ISMS-P 102개 항목 중 우리 실습 환경에 적용 가능한 항목 10개를 선택하고 현재 준수 상태를 점검하시오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ISO 27001과 ISMS-P의 접근통제 관련 항목을 매핑하시오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인증 의무 대상이 아닌 기업이 ISMS-P를 받는 이유를 3가지 이상 설명하시오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참고 자료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KISA ISMS-P 인증기준 해설서 (https://isms.kisa.or.kr)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정보통신망법, 개인정보보호법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KISA 정보보호 관리체계 구축 가이드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