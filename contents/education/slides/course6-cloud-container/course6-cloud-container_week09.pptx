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09: 클라우드 보안 기초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클라우드 컴퓨팅의 3가지 모델(IaaS, PaaS, SaaS)을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IAM(Identity and Access Management)의 원칙을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VPC와 Security Group으로 네트워크 격리를 설계할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공유 책임 모델(Shared Responsibility Model)을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클라우드 컴퓨팅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사용자 책임          |  제공자 책임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---------------------|--------------------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데이터 암호화         |  물리적 보안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접근 제어(IAM)       |  네트워크 인프라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OS 패치(IaaS)       |  하이퍼바이저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애플리케이션 보안     |  데이터센터 보안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네트워크 설정        |  하드웨어 유지보수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IAM (Identity and Access Management)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root 계정 사용 금지: 일상 업무에 root 사용하지 않기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MFA 필수: 모든 사용자에게 다중 인증 적용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최소 권한: 필요한 권한만 부여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"Version": "2012-10-17",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"Statement":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"Effect": "Allow",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"Action":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"s3:GetObject",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"s3:ListBucket"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"Resource":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"arn:aws:s3:::my-bucket",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"arn:aws:s3:::my-bucket/*"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VPC (Virtual Private Cloud)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VPC (10.0.0.0/16)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Public Subnet (10.0.1.0/24)    ← 인터넷 접근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Internet Gateway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Web Server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└── NAT Gateway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Private Subnet (10.0.2.0/24)   ← 인터넷 직접 접근 불가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Application Server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└── → NAT Gateway 통해 외부 접근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DB Subnet (10.0.3.0/24)        ← 완전 격리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 Database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Security Group과 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TCP 80  (HTTP)   : 0.0.0.0/0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TCP 443 (HTTPS)  : 0.0.0.0/0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TCP 22  (SSH)    : 관리자 IP만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웹 서버 Security Group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인바운드: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TCP 80  (HTTP)   : 0.0.0.0/0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TCP 443 (HTTPS)  : 0.0.0.0/0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TCP 22  (SSH)    : 관리자 IP만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아웃바운드: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 전체 허용 (기본값)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 환경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외부 네트워크 (192.168.208.0/24)    ← Public Subnet에 해당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opsclaw (192.168.208.142)       ← 관리 서버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secu    (192.168.208.150)       ← 방화벽/IPS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web     (192.168.208.151)       ← 웹 서버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siem    (192.168.208.152)       ← SIEM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내부 네트워크 (10.20.30.0/24)       ← Private Subnet에 해당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secu    (10.20.30.1)            ← 게이트웨이 역할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web     (10.20.30.80)           ← 내부 웹 서비스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siem    (10.20.30.100)          ← 내부 모니터링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IAM 개념 체험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API 키 없이 요청 → 인증 실패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http://localhost:8000/projects | head -5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API 키 포함 요청 → 인증 성공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http://localhost:8000/projects | head -5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이것이 IAM의 핵심 원리: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신원 확인 (Authentication): API 키로 "누구인가"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권한 확인 (Authorization): "무엇을 할 수 있는가"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클라우드 보안 위협 Top 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 | IAM 설정 오류 | 과도한 권한, 키 노출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 | 데이터 유출 | S3 공개 설정, 암호화 미적용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3 | 설정 오류 | 기본 설정 그대로 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4 | 불충분한 로깅 | 감사 추적 미설정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5 | 내부자 위협 | 권한 남용, 키 유출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보안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root 계정에 MFA가 적용되어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사용자에게 최소 권한만 부여했는가?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VPC가 적절히 서브넷으로 분리되어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Security Group이 최소 포트만 허용하는가?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미사용 IAM 키/계정을 삭제했는가?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CloudTrail 등 감사 로깅이 활성화되어 있는가?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공유 책임 모델: 클라우드 "위의" 보안은 사용자 책임이다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IAM은 최소 권한 원칙을 적용하고, MFA를 필수로 설정한다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VPC로 네트워크를 격리하고, 서브넷으로 계층을 분리한다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Security Group(인스턴스)과 NACL(서브넷)로 트래픽을 제어한다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클라우드 보안의 핵심은 "설정 오류 방지"이다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10: 클라우드 설정 오류 - S3 노출, 과도한 IAM 권한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10: 클라우드 설정 오류 - S3 노출, 과도한 IAM 권한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