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02: Docker 기초 + 보안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Docker의 핵심 개념(이미지, 컨테이너, 네트워크, 볼륨)을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Dockerfile을 작성하고 보안 관점에서 점검할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컨테이너 기반 환경의 보안 이점과 위험을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Docker란 무엇인가?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부팅 시간 | 분 단위 | 초 단위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크기 | GB | MB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격리 수준 | 하드웨어 수준 | 프로세스 수준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보안 격리 | 강함 | 상대적으로 약함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Docker 핵심 구성요소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이미지 다운로드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pull nginx:latest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로컬 이미지 목록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images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Dockerfile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이미지 지정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python:3.11-slim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작업 디렉토리 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WORKDIR /app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의존성 파일 복사 및 설치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COPY requirements.txt 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RUN pip install --no-cache-dir -r requirements.txt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애플리케이션 코드 복사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COPY . 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비root 사용자로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RUN useradd -m appuser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Dockerfile 보안 베스트 프랙티스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나쁜 예: root로 실행 (기본값)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CMD ["python", "app.py"]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좋은 예: 전용 사용자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RUN useradd -r -s /bin/false appuser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USER appuser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CMD ["python", "app.py"]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실습: web 서버에서 Docker 다루기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web 서버 접속 후 실행 중인 컨테이너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ps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컨테이너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inspect bunkerweb-juiceshop-1 | head -50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보안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root 사용자로 실행하지 않는가?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불필요한 capability를 제거했는가?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읽기 전용 파일시스템을 사용하는가?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최소 이미지(slim/alpine/distroless)를 사용하는가?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이미지에 시크릿이 포함되어 있지 않은가?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불필요한 포트를 노출하지 않는가?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Docker는 가볍고 빠르지만 VM보다 격리 수준이 낮다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이미지, 컨테이너, 네트워크, 볼륨이 4대 핵심 요소이다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Dockerfile 작성 시 비root 실행, 최소 이미지, 시크릿 미포함이 필수이다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`--read-only`, `--cap-drop ALL` 등으로 런타임 보안을 강화한다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03: 이미지 보안 - Trivy를 활용한 취약점 스캐닝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03: 이미지 보안 - Trivy를 활용한 취약점 스캐닝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