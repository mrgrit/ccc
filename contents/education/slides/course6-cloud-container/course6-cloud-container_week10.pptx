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10: 클라우드 설정 오류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클라우드 환경에서 흔히 발생하는 설정 오류를 파악할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S3 버킷 공개 노출의 위험과 방지 방법을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IAM 과도 권한의 위험을 인식하고 최소화 방법을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CSPM(Cloud Security Posture Management) 개념을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클라우드 설정 오류가 위험한 이유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Capital One (2019) | WAF 설정 오류 + SSRF | 1억 명 개인정보 유출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Twitch (2021) | Git 서버 설정 오류 | 소스코드 + 수익 정보 유출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Microsoft (2023) | SAS 토큰 과도 권한 | 38TB 내부 데이터 노출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S3 버킷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퍼블릭 액세스 차단 (Block Public Access)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BlockPublicAcls: true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IgnorePublicAcls: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"Version": "2012-10-17",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"Statement": [{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"Effect": "Allow",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"Principal": "*",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"Action": "s3:GetObject",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"Resource": "arn:aws:s3:::my-bucket/*"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IAM 과도 권한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// 위험: 관리자 전체 권한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"Version": "2012-10-17",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"Statement": [{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"Effect": "Allow",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"Action": "*",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"Resource": "*"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기타 주요 설정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CloudTrail: API 호출 기록 (누가 무엇을 했는가)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VPC Flow Logs: 네트워크 트래픽 기록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S3 Access Logs: 버킷 접근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위험: 전 세계에서 SSH 접근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인바운드 규칙: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TCP 22 → 0.0.0.0/0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안전: 관리자 IP만 허용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인바운드 규칙: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TCP 22 → 10.20.30.0/24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CSPM (Cloud Security Posture Management)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Prowler 실행 (AWS 설정 점검)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pip install prowler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prowler aws --severity critical high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결과 예시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FAIL: S3 bucket "data-bucket" has public access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FAIL: IAM user "dev-user" has no MFA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PASS: CloudTrail is enabled in all regions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실습: 설정 오류 탐지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 student@10.20.30.80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"S3 공개 노출"을 Docker 볼륨으로 시뮬레이션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민감 데이터가 있는 컨테이너를 외부에 노출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나쁜 예: 모든 데이터를 외부 공개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docker run -d --name exposed-data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-p 0.0.0.0:9095:80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-v /var/log:/usr/share/nginx/html:ro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nginx:alpine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누구나 시스템 로그를 볼 수 있음!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http://10.20.30.80:9095/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좋은 예: 접근 제한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설정 오류 방지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Infrastructure as Code: 수동 설정 대신 코드로 관리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정책 가드레일: 조직 수준에서 위험한 설정 차단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 감사: CSPM 도구로 지속적 모니터링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교육: 개발자/운영자 대상 클라우드 보안 교육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최소 권한: 기본 거부, 필요 시만 허용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클라우드 보안 사고의 대부분은 설정 오류에서 발생한다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S3 퍼블릭 액세스 차단을 반드시 활성화한다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IAM 정책은 최소 권한 + 특정 리소스 + 조건부 설정이 원칙이다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CloudTrail/VPC Flow Logs 등 로깅을 필수로 활성화한다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CSPM 도구로 설정을 지속적으로 모니터링한다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11: Kubernetes 보안 기초 - Pod Security, RBAC, NetworkPolicy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11: Kubernetes 보안 기초 - Pod Security, RBAC, NetworkPolicy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