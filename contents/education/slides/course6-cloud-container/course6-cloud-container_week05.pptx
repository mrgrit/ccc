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05: Docker 네트워크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Docker 네트워크 드라이버(bridge, host, none)를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컨테이너 간 네트워크 격리를 구성할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포트 노출의 보안 위험을 파악하고 최소 노출 원칙을 적용한다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컨테이너 간 통신을 제어하는 방법을 실습한다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Docker 네트워크 기본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네트워크 목록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network ls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bridge 네트워크 상세 정보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network inspect bridge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Bridge 네트워크와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bridge에서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--name web nginx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--name db mysql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web 컨테이너에서 db 컨테이너로 접근 가능!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exec web ping db-container-ip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포트 노출의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위험: 모든 인터페이스에 바인딩 (0.0.0.0)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-p 3306:3306 mysql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안전: localhost에만 바인딩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-p 127.0.0.1:3306:3306 mysql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인터페이스에 바인딩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-p 10.20.30.80:8080:80 nginx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네트워크 정책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인터넷 ─── [프론트엔드 네트워크] ─── API ─── [백엔드 네트워크] ─── DB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│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웹 서버                              데이터베이스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DNS와 서비스 디스커버리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같은 네트워크의 컨테이너 이름이 모두 노출된다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민감한 서비스는 별도 네트워크로 격리해야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network create app-net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--name redis --network app-net redis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--name app --network app-net alpine sleep 3600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컨테이너 이름으로 접근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exec app ping redis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네트워크 격리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현재 네트워크 구성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network ls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network inspect bridge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실행 중인 컨테이너의 네트워크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inspect --format='{{range .NetworkSettings.Networks}}{{.NetworkID}}{{end}}'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bunkerweb-juiceshop-1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네트워크 보안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기본 bridge 대신 사용자 정의 네트워크를 사용하는가?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DB 등 내부 서비스는 `--internal` 네트워크에 배치했는가?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포트 매핑 시 바인딩 주소를 명시했는가? (127.0.0.1)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Docker iptables 규칙이 방화벽 정책을 우회하지 않는가?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불필요한 컨테이너 간 통신을 차단했는가?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기본 bridge 네트워크는 모든 컨테이너가 서로 통신 가능하므로 위험하다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사용자 정의 네트워크로 프론트엔드/백엔드를 분리한다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`--internal` 플래그로 외부 인터넷 접근을 차단한다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`-p 127.0.0.1:port:port` 형태로 로컬 바인딩을 명시한다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Docker는 iptables를 우회하므로 Docker 데몬 수준에서 제어해야 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06: Docker Compose 보안 - secrets, 리소스 제한, healthcheck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06: Docker Compose 보안 - secrets, 리소스 제한, healthcheck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