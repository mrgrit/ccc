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15: 기말고사 - 클라우드 보안 설계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유형 | 설계 + 실기 복합 시험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시간 | 120분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배점 | 100점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환경 | web (10.20.30.80), siem (10.20.30.100)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제출 | 설계 문서 + 보안 설정 파일 + 보고서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02~07: Docker 보안 (이미지, 런타임, 네트워크, Compose, Bench)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09~10: 클라우드 보안 기초, 설정 오류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11~12: Kubernetes 보안, 공격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13: 클라우드 모니터링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14: IaC 보안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문제 1: 클라우드 보안 아키텍처 설계 (40점)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웹 서버 (프론트엔드): 공개 접근 필요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API 서버 (백엔드): 웹 서버에서만 접근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데이터베이스: API 서버에서만 접근, 외부 접근 불가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관리자 접속: VPN 또는 Bastion Host 통해서만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모든 데이터 암호화 (저장 + 전송)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모니터링 및 알림 시스템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문제 1: 클라우드 보안 아키텍처 설계 (40점)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VPC, 서브넷, Security Group, NACL 설계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트래픽 흐름 표시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역할별 최소 권한 정책 (개발자, 운영자, 모니터링)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서비스 간 역할(Role) 정의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Docker/K8s 컨테이너 보안 설정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데이터 암호화 방안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문제 1: 클라우드 보안 아키텍처 설계 (40점) (3)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시크릿 관리 방안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로깅 대상 및 보관 기간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알림 규칙 정의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인시던트 대응 절차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문제 2: Docker 보안 종합 실기 (35점)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nginx (리버스 프록시): 외부 접근 가능, HTTPS만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app (Python API): 내부만 접근, DB 연결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redis (캐시): 내부만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 student@10.20.30.80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실행 중인 모든 컨테이너의 이미지를 스캔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CRITICAL/HIGH 취약점 요약 보고서 작성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img in $(docker ps --format '{{.Image}}' | sort -u);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"=== $img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trivy image --severity CRITICAL,HIGH "$img" 2&gt;/dev/null | tail -10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 &gt; /tmp/final-scan-report.txt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문제 3: AI 활용 보안 분석 (25점)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resource "aws_instance" "web"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ami           = "ami-12345678"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instance_type = "t3.large"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key_name      = "my-key"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vpc_security_group_ids = [aws_security_group.web.id]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user_data = &lt;&lt;-EOF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#!/bin/bash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echo "DB_PASSWORD=prod_secret_123" &gt;&gt; /etc/environment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apt-get update &amp;&amp; apt-get install -y docker.io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docker run -d --privileged -p 80:80 myapp:latest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EOF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채점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1-1 | 10 | 네트워크 설계의 적절성, 격리 수준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1-2 | 10 | 최소 권한 원칙 준수, Role 설계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1-3 | 10 | 보안 설정의 포괄성, 실현 가능성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1-4 | 10 | 모니터링 범위, 알림 규칙 적절성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2-1 | 10 | 스캔 실행, 결과 분석 정확성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2-2 | 15 | 보안 요구사항 충족도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학기 마무리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Docker 보안: 이미지, 런타임, 네트워크, Compose 보안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클라우드 보안: IAM, VPC, 설정 오류, 모니터링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Kubernetes 보안: Pod Security, RBAC, NetworkPolicy, 공격 방어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IaC 보안: Terraform 보안 스캐닝, CI/CD 통합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AI 활용: LLM을 활용한 보안 분석 자동화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