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이미지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이미지의 보안 위험을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Trivy를 사용하여 이미지 취약점을 스캔할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안전한 베이스 이미지 선택 기준을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이미지에 포함된 시크릿을 탐지할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이미지 보안이 중요한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취약한 패키지 | 알려진 CVE가 있는 라이브러리 | Log4j, OpenSSL 취약점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시크릿 노출 | 이미지 레이어에 저장된 비밀정보 | API 키, DB 비밀번호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악성 베이스 이미지 | 신뢰할 수 없는 출처의 이미지 | Docker Hub 비공식 이미지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과도한 패키지 | 불필요한 도구 포함 | gcc, wget, curl 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Trivy: 컨테이너 이미지 스캐너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CRITICAL: 즉시 패치 필요 (원격 코드 실행 등)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HIGH: 빠른 시일 내 패치 필요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MEDIUM/LOW: 계획적 패치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Ubuntu/Debian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apt-get install -y wget apt-transport-https gnupg lsb-release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wget -qO - https://aquasecurity.github.io/trivy-repo/deb/public.key | sudo apt-key add -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"deb https://aquasecurity.github.io/trivy-repo/deb $(lsb_release -sc) main"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sudo tee /etc/apt/sources.list.d/trivy.list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apt-get update &amp;&amp; sudo apt-get install -y trivy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안전한 베이스 이미지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이미지 크기 비교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images | grep python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python:3.11        → 약 920MB (OS 전체 + 빌드 도구)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python:3.11-slim   → 약 150MB (최소 런타임)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python:3.11-alpine → 약  50MB (musl libc 기반)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이미지 내 시크릿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위험: 삭제해도 이전 레이어에 남아있음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COPY secret.key /app/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RUN cat /app/secret.key &amp;&amp; rm /app/secret.key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web 서버에서 이미지 보안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이미지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bkimminich/juice-shop:latest --severity HIGH,CRITICAL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결과에서 CRITICAL 취약점 개수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bkimminich/juice-shop:latest --severity CRITICAL -f json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python3 -c "import json,sys; d=json.load(sys.stdin);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print(sum(len(r.get('Vulnerabilities',[])) for r in d.get('Results',[])))"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이미지 보안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CRITICAL 취약점이 있으면 빌드 실패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--exit-code 1 --severity CRITICAL myapp:latest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exit code 0: 통과, 1: 취약점 발견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"Exit code: $?"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이미지에는 취약한 패키지, 시크릿, 악성 코드가 숨어있을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Trivy로 이미지 스캔하여 CRITICAL/HIGH 취약점을 사전에 발견한다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slim/alpine/distroless 등 최소 이미지를 사용하여 공격 표면을 줄인다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멀티스테이지 빌드로 빌드 도구를 최종 이미지에서 제거한다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이미지 레이어에 시크릿이 영구 저장되므로 절대 Dockerfile에 넣지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04: 런타임 보안 - 권한 상승, 컨테이너 탈출, --privileged 위험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04: 런타임 보안 - 권한 상승, 컨테이너 탈출, --privileged 위험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