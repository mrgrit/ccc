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01: 컨테이너/클라우드 보안 개론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컨테이너(Docker)의 개념과 가상머신(VM)과의 차이를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클라우드 서비스 모델(IaaS/PaaS/SaaS)을 구분하고 각 특성을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공유 책임 모델(Shared Responsibility Model)의 의미를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인프라에서 Docker 컨테이너를 직접 확인하고 기본 명령어를 사용할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Docker 네트워킹의 기초 개념을 파악한다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클라우드 컴퓨팅 개론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IaaS: "빈 방을 빌렸다. 가구(OS, 앱)는 내가 놓는다."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PaaS: "가구가 갖춰진 방을 빌렸다. 내 물건(앱)만 가져온다."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SaaS: "호텔이다. 그냥 들어가서 쓴다."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사용자 관리 영역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On-Premise    IaaS         PaaS        SaaS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┌────────┐  ┌────────┐  ┌────────┐  ┌────────┐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어플    │  │ 어플    │  │ 어플    │  │████████│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데이터  │  │ 데이터  │  │ 데이터  │  │████████│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런타임  │  │ 런타임  │  │████████│  │████████│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미들웨어│  │ 미들웨어│  │████████│  │████████│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OS      │  │ OS      │  │████████│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공유 책임 모델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고객(사용자) 책임 영역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┌─────────────────────────────────────┐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데이터 암호화 / 접근 제어             │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어플리케이션 보안                     │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ID/Access 관리 (IAM)                 │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OS 패치 (IaaS의 경우)                │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네트워크 방화벽 규칙 설정             │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└─────────────────────────────────────┘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클라우드 업체 책임 영역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┌───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컨테이너와 Docker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[물리 서버 시대]       [가상머신 시대]          [컨테이너 시대]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┌───────────┐       ┌───────────────┐      ┌──────────────────┐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│  App A    │       │ VM1    VM2    │      │ C1  C2  C3  C4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│  App B    │       │┌────┐┌────┐  │      │┌──┐┌──┐┌──┐┌──┐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│  App C    │       ││App ││App │  │      ││A ││B ││C ││D │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│           │       ││OS  ││OS  │  │      │└──┘└──┘└──┘└──┘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│  OS       │       │└────┘└────┘  │      │  Docker Engine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│  하드웨어  │       │ Hypervisor   │      │  Host OS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│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Docker 네트워킹 기초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포트 매핑: `-p 8080:80`으로 호스트 포트를 컨테이너에 연결할 때, 외부에서 직접 접근 가능해진다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네트워크 격리: 별도의 bridge 네트워크를 만들어 컨테이너 그룹을 격리해야 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내부 통신: 같은 bridge 네트워크의 컨테이너끼리는 기본적으로 자유롭게 통신 가능하다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 호스트 (web 서버) 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┌──────────┐  ┌──────────┐  ┌──────────┐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│Container1│  │Container2│  │Container3│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│172.17.0.2│  │172.17.0.3│  │172.17.0.4│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└────┬─────┘  └────┬─────┘  └────┬─────┘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│              │              │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─────┴──────────────┴──────────────┴─────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docker0 (bridge)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172.17.0.1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실습: Docker 컨테이너 확인 (60분)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web (10.20.30.80): BunkerWeb WAF + JuiceShop이 Docker로 실행 중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siem (10.20.30.100): OpenCTI 및 관련 서비스가 Docker Compose로 실행 중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CONTAINER ID: 컨테이너 고유 식별자 (해시값의 앞 12자리)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서버에서 web 서버로 SSH 접속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컨테이너 보안 모범 사례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나쁜 예시 (보안 위험)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ubuntu:latest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RUN apt-get update &amp;&amp; apt-get install -y python3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COPY . /app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ENV DB_PASSWORD=mysecret123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CMD ["python3", "/app/main.py"]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좋은 예시 (보안 강화)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python:3.11-slim AS builder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RUN groupadd -r appuser &amp;&amp; useradd -r -g appuser appuser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WORKDIR /app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COPY requirements.txt 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RUN pip install --no-cache-dir -r requirements.txt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COPY . 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USER appuser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서버 이름, 컨테이너 이름, 이미지, 상태, 포트 매핑, 실행 사용자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발견된 보안 이슈 목록 (root 실행, privileged 모드 등)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이슈의 위험도 (상/중/하)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개선 권고사항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사고 개요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발생 원인 (공유 책임 모델 관점에서)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교훈 및 예방책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IaaS, PaaS, SaaS의 차이를 설명할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공유 책임 모델에서 데이터 보안의 책임이 누구에게 있는지 알고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컨테이너와 VM의 차이를 3가지 이상 말할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`docker ps` 명령어로 실행 중인 컨테이너를 확인할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`docker inspect`로 컨테이너의 IP 주소를 확인할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`docker exec`로 컨테이너 내부에 접근할 수 있는가?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`docker logs`로 컨테이너 로그를 확인할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`docker network ls`로 네트워크 목록을 확인할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Privileged 모드 컨테이너가 왜 위험한지 설명할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Dockerfile에서 보안 모범 사례 3가지를 말할 수 있는가?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 이미지 레이어 구조 심화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Trivy를 사용한 컨테이너 이미지 취약점 스캐닝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안전한 Dockerfile 작성 실습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인프라의 이미지를 직접 스캔하여 취약점 보고서 작성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**Week 02: Docker 이미지 보안과 취약점 스캐닝**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