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07: Docker 보안 점검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CIS Docker Benchmark의 주요 항목을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Docker Bench for Security 도구를 실행하고 결과를 해석할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점검 결과를 바탕으로 보안 개선 조치를 수행할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CIS Docker Benchmark란?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1. 호스트 설정 | OS 보안, 파티션 | /var/lib/docker 별도 파티션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2. Docker 데몬 | 데몬 보안 설정 | TLS 인증, 로깅 드라이버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3. Docker 데몬 파일 | 파일 권한 | docker.sock 권한 660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4. 컨테이너 이미지 | 이미지 보안 | 신뢰할 수 있는 베이스 이미지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5. 컨테이너 런타임 | 실행 시 보안 | privileged 비사용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6. Docker Security Operations | 운영 보안 | 정기 점검, 패치 관리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Docker Bench for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[PASS]: 보안 기준 충족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[WARN]: 개선 필요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[NOTE]: 정보성 메시지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방법 1: Docker로 실행 (권장)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run --rm --net host --pid host --userns host --cap-add audit_control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-e DOCKER_CONTENT_TRUST=$DOCKER_CONTENT_TRUST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-v /var/lib:/var/lib:ro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-v /var/run/docker.sock:/var/run/docker.sock:ro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-v /usr/lib/systemd:/usr/lib/systemd:ro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-v /etc:/etc:ro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docker/docker-bench-security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방법 2: 스크립트 직접 실행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git clone https://github.com/docker/docker-bench-security.git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cd docker-bench-security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sudo sh docker-bench-security.sh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주요 점검 항목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2.1 - 로깅 드라이버 설정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info --format '{{.LoggingDriver}}'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권장: json-file 또는 journald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2.2 - live-restore 활성화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info --format '{{.LiveRestoreEnabled}}'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데몬 재시작 시 컨테이너 유지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daemon.json 보안 설정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cat /etc/docker/daemon.json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자동 점검 스크립트 작성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#!/bin/bash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docker-security-check.sh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Docker 보안 간이 점검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1. Docker 버전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"[점검] Docker 버전"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version --format '서버: {{.Server.Version}}'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2. root로 실행되는 컨테이너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"[점검] root 실행 컨테이너"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c in $(docker ps -q);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user=$(docker inspect --format='{{.Config.User}}' $c)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실습: Docker Bench 실행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 student@10.20.30.80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Docker Bench 실행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run --rm --net host --pid host --userns host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--cap-add audit_control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-v /var/lib:/var/lib:ro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-v /var/run/docker.sock:/var/run/docker.sock:ro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-v /etc:/etc:ro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docker/docker-bench-security 2&gt;&amp;1 | tee /tmp/bench-result.txt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WARN 개수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grep -c "\[WARN\]" /tmp/bench-result.txt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섹션별 WARN 요약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 in 1 2 3 4 5 6 7; 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6. 점검 결과 보고서 작성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점검 일시: 언제 점검했는가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점검 대상: 어떤 서버/컨테이너를 점검했는가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발견 사항: WARN 항목 목록과 심각도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개선 조치: 각 WARN에 대한 수정 방법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후속 계획: 다음 점검 일정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CIS Docker Benchmark는 7개 영역의 보안 설정 기준을 제공한다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Docker Bench for Security로 자동 점검을 수행한다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daemon.json으로 데몬 수준의 보안 설정을 일괄 적용한다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정기적인 점검과 보고서 작성이 운영 보안의 핵심이다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[WARN] 항목을 하나씩 개선하여 보안 수준을 높인다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08: 중간고사 - Docker 보안 강화 실전 과제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08: 중간고사 - Docker 보안 강화 실전 과제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