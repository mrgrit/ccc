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런타임 보안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컨테이너 런타임의 보안 위협(권한 상승, 탈출)을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`--privileged` 플래그의 위험성을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Linux capability와 seccomp 프로파일을 활용한 보안 강화를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컨테이너 탈출 시나리오를 직접 재현하고 방어 방법을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컨테이너 격리의 원리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Namespace | 프로세스/네트워크/파일시스템 격리 | PID, NET, MNT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Cgroup | 리소스 사용량 제한 | CPU, 메모리, I/O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Capability | root 권한 세분화 | NET_BIND_SERVICE, SYS_ADMIN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--privileged의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모든 Linux capability 부여 (약 40개)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모든 디바이스(/dev/*) 접근 허용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seccomp, AppArmor 프로파일 비활성화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절대 프로덕션에서 사용하지 말 것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--privileged -it ubuntu 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Linux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모든 capability 제거 후 필요한 것만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--cap-drop ALL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--cap-add NET_BIND_SERVICE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--name secure-web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컨테이너의 capability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inspect --format='{{.HostConfig.CapDrop}}' secure-web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inspect --format='{{.HostConfig.CapAdd}}' secure-web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Seccomp 프로파일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seccomp 프로파일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inspect --format='{{.HostConfig.SecurityOpt}}' my-container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커스텀 seccomp 프로파일 적용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--security-opt seccomp=my-profile.json nginx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컨테이너 탈출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privileged 컨테이너에서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b &gt; /proc/sysrq-trigger  # 호스트 즉시 재부팅!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런타임 보안 강화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--read-only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--tmpfs /tmp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--tmpfs /var/run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실습: 컨테이너 보안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실행 (기본 capability 포함)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--rm alpine sh -c 'cat /proc/1/status | grep Cap'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모든 capability 제거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--rm --cap-drop ALL alpine sh -c 'cat /proc/1/status | grep Cap'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CapEff 값을 capsh로 해독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--rm alpine sh -c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'apk add -q libcap &amp;&amp; capsh --decode=00000000a80425fb'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보안 점검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`--privileged` 사용하지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`--cap-drop ALL` 후 필요한 것만 추가했는가?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`--read-only` 파일시스템을 사용하는가?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`--security-opt no-new-privileges` 적용했는가?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Docker 소켓을 마운트하지 않는가?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메모리/CPU/PID 제한을 설정했는가?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`--privileged`는 모든 보안 장벽을 해제하므로 절대 사용하지 않는다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`--cap-drop ALL` 후 필요한 capability만 `--cap-add`로 추가한다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Seccomp 프로파일로 불필요한 시스템콜을 차단한다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소켓 마운트는 호스트 전체 제어 권한을 넘겨주는 것과 같다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읽기 전용 파일시스템 + no-new-privileges로 기본 방어선을 구축한다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05: Docker 네트워크 보안 - 네트워크 격리, 포트 노출, 컨테이너 간 통신 제어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05: Docker 네트워크 보안 - 네트워크 격리, 포트 노출, 컨테이너 간 통신 제어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