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클라우드 모니터링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클라우드 환경에서 모니터링과 로깅의 중요성을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CloudTrail(API 감사 로깅)의 개념과 활용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CloudWatch(메트릭 및 알람)의 보안 모니터링 활용을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환경(Wazuh)과 클라우드 모니터링을 비교 분석할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클라우드 모니터링이 필요한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호출 하나로 인프라가 변경될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리소스가 수분 내에 생성/삭제된다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여러 리전/서비스에 분산된 활동을 추적해야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활동 | 누가 어떤 API를 호출했는가 | CloudTrail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리소스 상태 | CPU, 메모리, 디스크 사용량 | CloudWatch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네트워크 | 트래픽 흐름, 거부된 연결 | VPC Flow Logs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애플리케이션 | 에러 로그, 접근 로그 | CloudWatch Logs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위협 탐지 | 이상 행위, 알려진 공격 패턴 | GuardDuty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CloudTrail (API 감사 로깅)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"eventTime": "2026-03-27T10:30:00Z",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"eventSource": "s3.amazonaws.com",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"eventName": "PutBucketPolicy",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"userIdentity":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"type": "IAMUser",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"userName": "dev-user",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"arn": "arn:aws:iam::123456789:user/dev-user"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"sourceIPAddress": "203.0.113.50",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"requestParameters":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"bucketName": "company-data",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"policy": "{\"Statement\":[{\"Effect\":\"Allow\",\"Principal\":\"*\"...}]}"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"responseElements": null,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CloudWatch (메트릭 + 알람)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"AlarmName": "High-CPU-CryptoMining",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"MetricName": "CPUUtilization",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"Namespace": "AWS/EC2",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"Statistic": "Average",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"Period": 300,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"EvaluationPeriods": 3,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"Threshold": 90,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"ComparisonOperator": "GreaterThanThreshold",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"AlarmActions": ["arn:aws:sns:us-east-1:123456:security-alerts"]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VPC Flow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 123456789012 eni-abc123 10.0.1.5 203.0.113.50 443 49152 6 25 5000 1616729292 1616729349 ACCEPT OK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 123456789012 eni-abc123 203.0.113.100 10.0.1.5 22 12345 6 100 50000 1616729292 1616729349 REJECT OK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실습 환경과 클라우드 모니터링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CloudTrail | Wazuh 에이전트 로그 | siem (10.20.30.100)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CloudWatch | Wazuh 대시보드 | siem (10.20.30.100)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VPC Flow Logs | nftables 로그 | secu (10.20.30.1)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GuardDuty | Suricata IPS | secu (10.20.30.1)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Security Hub | Wazuh SCA | siem (10.20.30.100)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모니터링 체험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서버의 Wazuh 알림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최근 알림 조회 (CloudTrail과 유사)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/var/ossec/logs/alerts/alerts.json | tail -5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모니터링 설계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API 활동 기록: CloudTrail을 모든 리전에서 활성화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변조 방지: S3 버킷 잠금 + 무결성 검증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실시간 알람: 중요 이벤트에 즉각 알림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장기 보존: 규정에 따른 로그 보관 (최소 1년)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중앙 집중: 모든 로그를 단일 지점에서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CloudTrail은 "누가 무엇을 했는가"를 기록하는 API 감사 로그이다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CloudWatch는 메트릭 기반 모니터링과 알람을 제공한다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VPC Flow Logs는 네트워크 트래픽 메타데이터를 기록한다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모니터링은 탐지 → 알림 → 조사 → 대응 사이클로 운영한다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Wazuh/nftables가 클라우드 모니터링 서비스의 축소판이다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14: IaC 보안 - Terraform 보안 스캐닝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14: IaC 보안 - Terraform 보안 스캐닝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