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08: 중간고사 - Docker 보안 강화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유형 | 실기 시험 (실습 환경에서 직접 수행)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 | 90분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배점 | 100점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환경 | web 서버 (10.20.30.80)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제출 | 보안 강화 결과 + 보고서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범위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02: Docker 기초 + 보안 (이미지, 컨테이너, Dockerfile)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03: 이미지 보안 (Trivy 스캐닝, 베이스 이미지)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04: 런타임 보안 (capability, seccomp, 컨테이너 탈출)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05: 네트워크 보안 (격리, 포트 노출)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06: Docker Compose 보안 (secrets, 리소스 제한)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07: Docker Bench, CIS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과제: 취약한 Docker 환경 보안 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"80:80"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/var/run/docker.sock:/var/run/docker.sock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ADMIN_TOKEN=super-secret-token-12345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/tmp/midterm/docker-compose.yaml (취약한 버전)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version: "3.9"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ports: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"80:80"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volumes: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/var/run/docker.sock:/var/run/docker.sock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environment: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- ADMIN_TOKEN=super-secret-token-12345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api: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python:3.11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command: python app.py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문제 1: 취약점 식별 (30점)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1 | Docker 소켓 마운트 | CRITICAL | 호스트 전체 제어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2 | 환경변수 시크릿 | HIGH | inspect로 노출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3 | --privileged | CRITICAL | 모든 보안 해제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4 | SSH 포트 노출 | HIGH | 불필요한 공격 표면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5 | DB 포트 외부 노출 | HIGH | 직접 DB 접근 가능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 | 호스트 루트 마운트 | CRITICAL | 호스트 파일시스템 전체 노출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2: 보안 강화 (40점)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Docker 소켓 마운트 제거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환경변수 시크릿을 Docker Secrets로 교체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--privileged 제거, cap_drop ALL + 필요 capability만 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디렉토리 구조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/tmp/midterm/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docker-compose.yaml       # 수정된 Compose 파일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secrets/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db_password.txt          # DB 비밀번호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api_secret.txt           # API 시크릿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admin_token.txt          # 관리자 토큰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report.md                  # 보안 점검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문제 3: 이미지 스캔 + 보고서 (30점)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사용되는 이미지의 취약점 스캔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nginx:latest --severity HIGH,CRITICAL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python:3.11 --severity HIGH,CRITICAL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mysql:8 --severity HIGH,CRITICAL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결과를 JSON으로 저장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-f json -o /tmp/midterm/scan-nginx.json nginx:latest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-f json -o /tmp/midterm/scan-python.json python:3.11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trivy image -f json -o /tmp/midterm/scan-mysql.json mysql:8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점검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일시: YYYY-MM-DD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대상: [서비스 목록]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점검 도구: Docker Bench, Trivy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2. 발견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[취약점 목록과 심각도]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nginx: CRITICAL X건, HIGH X건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python: CRITICAL X건, HIGH X건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mysql: CRITICAL X건, HIGH X건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3. 개선 조치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[각 취약점에 대한 수정 내용]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4. 개선 전후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Bench 점수: 개선 전 → 개선 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채점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취약점 식별 | 30 | 10개 항목 x 3점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Compose 수정 | 40 | 10개 요구사항 x 4점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Trivy 스캔 | 15 | 3개 이미지 스캔 + 결과 분석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| 15 | 형식, 분석 깊이, 개선 전후 비교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참고: 모범 답안 구조 (Compose)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version: "3.9"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services: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web: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image: nginx:1.25-alpine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read_only: true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tmpfs: [/tmp, /var/cache/nginx, /var/run]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cap_drop: [ALL]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cap_add: [NET_BIND_SERVICE]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security_opt: ["no-new-privileges:true"]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ports: ["127.0.0.1:80:80"]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networks: [frontend]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deploy: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resources: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limits: { cpus: "0.5", memory: 128M 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healthcheck: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시험 후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다음 주부터 클라우드 보안(AWS/Azure 개념)으로 진입한다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Docker 보안은 클라우드 보안의 기반이 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중간고사 피드백은 Week 09에 제공한다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