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06: Docker Compose 보안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Docker Compose를 사용하여 다중 컨테이너 환경을 구성할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Docker Secrets로 비밀정보를 안전하게 관리할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리소스 제한과 healthcheck를 설정할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Compose 파일의 보안 점검 포인트를 파악한다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Docker Compose 기본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"80:80"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docker-compose.yaml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version: "3.9"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services: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web: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image: nginx:latest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ports: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"80:80"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db: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image: postgres:16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environment: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POSTGRES_PASSWORD: mysecret  # 이렇게 하면 안 됨!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Docker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db_password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version: "3.9"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services: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db: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image: postgres:16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environment: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POSTGRES_PASSWORD_FILE: /run/secrets/db_password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secrets: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db_password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secrets: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db_password: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file: ./secrets/db_password.txt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리소스 제한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services: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app: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image: myapp:latest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deploy: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resources: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limits: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cpus: "0.50"      # CPU 50%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memory: 256M       # 메모리 256MB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reservations: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cpus: "0.25"      # 최소 보장 CPU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memory: 128M       # 최소 보장 메모리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Healthcheck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services: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web: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image: nginx:latest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healthcheck: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test: ["CMD", "curl", "-f", "http://localhost/"]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interval: 30s          # 30초마다 검사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timeout: 10s           # 10초 내 응답 없으면 실패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retries: 3             # 3회 연속 실패 시 unhealthy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start_period: 10s      # 시작 후 10초 대기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db: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image: postgres:16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healthcheck: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test: ["CMD-SHELL", "pg_isready -U postgres"]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interval: 10s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Compose 보안 설정 종합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/tmp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/var/cache/nginx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ALL                            # 모든 capability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version: "3.9"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services: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web: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image: nginx:1.25-alpine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read_only: true                    # 읽기 전용 파일시스템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tmpfs: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/tmp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/var/cache/nginx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cap_drop: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ALL                            # 모든 capability 제거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cap_add: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NET_BIND_SERVICE               # 필요한 것만 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security_opt: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no-new-privileges:true         # 권한 상승 방지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실습: Compose 보안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BunkerWeb Compose 파일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/opt/bunkerweb/docker-compose.yaml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보안 점검 항목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환경변수에 비밀정보가 있는가?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read_only가 설정되어 있는가?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3. cap_drop이 설정되어 있는가?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4. 리소스 제한이 있는가?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5. healthcheck가 설정되어 있는가?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Compose 보안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비밀정보는 secrets로 관리하는가?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read_only 파일시스템을 적용했는가?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cap_drop ALL + 필요한 cap_add만 설정했는가?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no-new-privileges 옵션을 적용했는가?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CPU/메모리/PID 리소스 제한을 설정했는가?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healthcheck로 서비스 상태를 모니터링하는가?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Compose 보안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내부 서비스는 internal 네트워크에 배치했는가?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포트 바인딩 시 127.0.0.1을 명시했는가?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환경변수 대신 Docker Secrets로 비밀정보를 관리한다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리소스 제한(CPU, 메모리, PID)으로 DoS 공격을 방지한다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Healthcheck로 서비스 장애를 자동 감지한다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보안 설정(read_only, cap_drop, no-new-privileges)을 Compose에서 일괄 적용한다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네트워크를 분리하여 최소 권한 원칙을 네트워크에도 적용한다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07: Docker 보안 점검 - Docker Bench for Security, CIS Benchmark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07: Docker 보안 점검 - Docker Bench for Security, CIS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