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14: IaC 보안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Infrastructure as Code(IaC)의 개념과 보안 이점을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Terraform의 기본 문법과 보안 관련 설정을 작성할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IaC 보안 스캐닝 도구(Checkov, tfsec)를 사용할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IaC 파이프라인에 보안 검증을 통합하는 방법을 익힌다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Infrastructure as Code란?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일관성 | 사람마다 다름 | 항상 동일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감사 | 누가 변경했는지 불명확 | Git 이력 추적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재현성 | 재현 어려움 | 동일 환경 즉시 재현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속도 | 느림 | 빠름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보안 검증 | 사후 점검 | 배포 전 자동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Terraform 기본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main.tf - AWS EC2 인스턴스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provider "aws"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region = "ap-northeast-2"   # 서울 리전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resource "aws_instance" "web"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ami           = "ami-0c55b159cbfafe1f0"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instance_type = "t3.micro"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tags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Name = "web-server"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Terraform 보안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나쁜 예: 전 세계에서 SSH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resource "aws_security_group" "bad"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ingress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from_port   = 22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to_port     = 22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protocol    = "tcp"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cidr_blocks = ["0.0.0.0/0"]   # 전체 허용!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좋은 예: 관리자 IP만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resource "aws_security_group" "good"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ingress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from_port   = 22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to_port     =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IaC 보안 스캐닝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설치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pip install checkov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Terraform 파일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checkov -d /path/to/terraform/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파일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checkov -f main.tf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JSON 출력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checkov -d . -o json &gt; checkov-result.json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CI/CD 파이프라인 통합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uses: actions/checkout@v4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name: Run Checkov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uses: actions/checkout@v4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.github/workflows/iac-security.yaml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name: IaC Security Scan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pull_request: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paths: ["terraform/**"]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jobs: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checkov: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runs-on: ubuntu-latest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steps: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uses: actions/checkout@v4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name: Run Checkov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uses: bridgecrewio/checkov-action@v12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with: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directory: terraform/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실습: IaC 보안 스캐닝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취약한 Terraform 파일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mkdir -p /tmp/iac-lab &amp;&amp; cd /tmp/iac-lab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&gt; main.tf &lt;&lt; 'HCLEOF'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resource "aws_security_group" "web"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name = "web-sg"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ingress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from_port   =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to_port     = 65535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protocol    = "tcp"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cidr_blocks = ["0.0.0.0/0"]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resource "aws_s3_bucket" "data" {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IaC 보안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코드에 하드코딩된 시크릿이 없는가?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Security Group이 0.0.0.0/0에 민감 포트를 허용하지 않는가?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S3 버킷에 퍼블릭 액세스 차단이 설정되어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스토리지/DB에 암호화가 적용되어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CI/CD에 IaC 스캔이 통합되어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terraform.tfvars가 .gitignore에 포함되어 있는가?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IaC 보안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Terraform state 파일이 안전하게 저장되는가?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IaC는 인프라를 코드로 관리하여 일관성, 감사, 보안 검증을 보장한다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Terraform에서 시크릿을 하드코딩하지 않고 sensitive 변수를 사용한다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Checkov/tfsec으로 배포 전에 보안 설정 오류를 자동 탐지한다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CI/CD 파이프라인에 IaC 스캔을 통합하여 보안 게이트를 구축한다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 Compose도 IaC의 일종이므로 동일한 보안 원칙을 적용한다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15: 기말고사 - 클라우드 보안 설계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15: 기말고사 - 클라우드 보안 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