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11: Kubernetes 보안 기초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Kubernetes(K8s)의 기본 구조와 보안 관련 구성요소를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Pod Security Standards를 적용할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RBAC(Role-Based Access Control)으로 접근을 제어할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NetworkPolicy로 Pod 간 통신을 제한할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Kubernetes 기본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Control Plane (마스터)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API Server      ← 모든 요청의 진입점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etcd            ← 클러스터 상태 저장소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Scheduler       ← Pod 배치 결정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 Controller      ← 상태 유지 관리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Worker Node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kubelet         ← Pod 관리 에이전트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kube-proxy      ← 네트워크 프록시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 Container Runtime (Docker/containerd)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Pod Security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name: app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name: tmp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name: tmp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secure-pod.yaml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apiVersion: v1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kind: Pod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metadata: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name: secure-app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namespace: production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spec: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securityContext: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runAsNonRoot: true           # root 실행 금지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runAsUser: 1000              # UID 1000으로 실행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runAsGroup: 1000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fsGroup: 1000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seccompProfile: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type: RuntimeDefault       # 기본 seccomp 프로파일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containers: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RBAC (Role-Based Access Control)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apiGroups: [""]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kind: ServiceAccount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apiGroups: ["*"]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Role/ClusterRole          → 무엇을 할 수 있는가 (권한 정의)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RoleBinding/ClusterRoleBinding → 누구에게 부여하는가 (권한 연결)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NetworkPolicy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Ingress         # 인바운드 차단 (아웃바운드는 허용)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Ingress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from: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모든 인바운드 트래픽 차단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apiVersion: networking.k8s.io/v1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kind: NetworkPolicy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metadata: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name: default-deny-ingress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namespace: production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spec: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podSelector: {}     # 모든 Pod에 적용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policyTypes: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- Ingress         # 인바운드 차단 (아웃바운드는 허용)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Kubernetes Secret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etcd 암호화: Secret을 저장할 때 암호화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RBAC 제한: Secret 접근 권한을 최소화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외부 관리: HashiCorp Vault, AWS Secrets Manager 사용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Secret은 기본적으로 Base64 인코딩일 뿐 (암호화 아님!)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"cGFzc3dvcmQxMjM=" | base64 -d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→ password123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실습: Docker Compose로 K8s 개념 체험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 student@10.20.30.80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Docker에서의 접근 제어 = docker.sock 접근 권한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K8s에서의 접근 제어 = RBAC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Docker 그룹에 속한 사용자만 Docker 명령 사용 가능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groups  # docker 그룹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K8s 보안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Pod Security Standards (Restricted) 적용했는가?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모든 컨테이너가 non-root로 실행되는가?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RBAC이 최소 권한으로 설정되어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default NetworkPolicy(deny all)가 적용되어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Secret이 etcd에서 암호화되는가?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ServiceAccount 토큰 자동 마운트를 비활성화했는가?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K8s 보안 체크리스트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리소스 limits가 설정되어 있는가?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Pod Security Standards의 Restricted 수준을 기본으로 적용한다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RBAC은 최소 권한 원칙으로 설정하고, 와일드카드(*)를 절대 사용하지 않는다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NetworkPolicy로 Pod 간 통신을 명시적으로 허용한 것만 가능하게 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Secret은 Base64일 뿐이므로 etcd 암호화 + RBAC 제한이 필수이다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ServiceAccount 토큰 자동 마운트는 불필요 시 비활성화한다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12: Kubernetes 공격 - Pod 탈출, ServiceAccount 악용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12: Kubernetes 공격 - Pod 탈출, ServiceAccount 악용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