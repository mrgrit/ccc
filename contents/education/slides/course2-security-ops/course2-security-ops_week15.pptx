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15: 기말고사 — 보안 인프라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유형: 종합 실기 시험 (hands-on practical exam)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시간: 120분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범위: Week 02~14 전체 (nftables, Suricata, BunkerWeb, Wazuh, OpenCTI)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환경: secu(10.20.30.1), web(10.20.30.80), siem(10.20.30.100)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배점: 총 100점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secu | 10.20.30.1 | `sshpass -p1 ssh -o StrictHostKeyChecking=no user@10.20.30.1`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web | 10.20.30.80 | `sshpass -p1 ssh -o StrictHostKeyChecking=no user@10.20.30.80`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siem | 10.20.30.100 | `sshpass -p1 ssh -o StrictHostKeyChecking=no user@10.20.30.100`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1: 네트워크 방화벽 구축 (25점)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(3점) 기본 정책: input=drop, forward=drop, output=accept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(3점) conntrack (established, related 허용 / invalid 차단)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(2점) 루프백 허용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table inet final_filter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input chain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chain inet final_filter input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'{ type filter hook input priority 0; policy drop;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final_filter input ct state established,related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final_filter input ct state invalid drop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final_filter input iif lo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2: Suricata IPS 구성 (20점)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(2점) SQL Injection (URI에 `union select`)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(2점) XSS (URI에 `&lt;script`)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(2점) 디렉터리 트래버설 (URI에 `../`)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table inet final_ips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chain inet final_ips forward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'{ type filter hook forward priority -1; policy accept;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final_ips forward queue num 0 bypass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3: Wazuh SIEM 구성 (25점)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(3점) root SSH 직접 로그인 — Level 10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(3점) 위험한 sudo 명령 (rm -rf, chmod 777) — Level 12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(4점) SSH 실패 10회 후 성공 — Level 14 (침입 의심)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/var/ossec/bin/agent_control -l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4: CTI 연동 (15점)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(4점) Suricata 룰로 변환하여 적용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(3점) nftables 차단 목록에 추가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(3점) Wazuh CDB 리스트로 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&lt;&lt; 'STIXEOF' &gt; /tmp/final_iocs.json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"type": "bundle",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"id": "bundle--final-exam-001",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"objects":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"type": "indicator",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"spec_version": "2.1",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"id": "indicator--final-001",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"created": "2026-03-27T00:00:00.000Z",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"modified": "2026-03-27T00:00:00.000Z",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"name": "APT-C2-Server-1",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"pattern": "[ipv4-addr:value = '198.51.100.10']",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"pattern_type": "stix",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"valid_from": "2026-03-27T00:00:00.000Z",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5: 종합 검증 (15점)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(1점) 탐지 시간 및 공격 유형 요약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(1점) 공격자 IP 및 타겟 정보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(1점) 각 보안 계층의 탐지/차단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공격 1: SQL Injection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"http://10.20.30.80/?id=1%20UNION%20SELECT%201,2"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공격 2: XSS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"http://10.20.30.80/?q=%3Cscript%3Ealert(1)%3C/script%3E"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공격 3: 스캐너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-A "nikto/2.1.6" "http://10.20.30.80/"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공격 4: C2 통신 시도 (차단 확인)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--connect-timeout 3 "http://198.51.100.10/" &gt; /dev/null 2&gt;&amp;1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채점 기준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 | 네트워크 방화벽 (nftables) | 25점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 | Suricata IPS | 20점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3 | Wazuh SIEM (룰, FIM, AR) | 25점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4 | CTI 연동 (IOC 등록, 배포) | 15점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5 | 종합 검증 + 보고서 | 15점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합계 | 100점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시험 종료 후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secu 서버 정리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&lt;&lt; 'CLEANUP'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delete table inet final_filter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delete table inet final_nat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delete table inet final_ips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sed -i '/FINAL/d' /etc/suricata/rules/local.rules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kill -USR2 $(pidof suricata)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CLEANUP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siem 서버 정리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 &lt;&lt; 'CLE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자주 하는 실수 및 주의사항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SSH 허용 전 policy drop | 연결 끊김 | conntrack + SSH 허용을 가장 먼저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Suricata sid 중복 | 룰 로드 실패 | 고유 sid 범위 사용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rule id 중복 | analysisd 오류 | 100000+ 범위에서 순차 부여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ossec.conf XML 문법 오류 | Manager 시작 실패 | analysisd -t로 검증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FIM 경로 오타 | 감시 미동작 | 절대 경로 사용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Active Response timeout 미설정 | 영구 차단 | 반드시 timeout 지정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학기 총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02-03 | nftables 방화벽 | 테이블/체인/룰, NAT, 화이트리스트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04-06 | Suricata IPS | NFQUEUE, 룰 작성, 운영/튜닝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07 | BunkerWeb WAF | ModSecurity CRS, 커스텀 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08 | 중간고사 | FW + IPS 종합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09-11 | Wazuh SIEM | 룰/디코더, FIM, SCA, Active Response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12-13 | OpenCTI | STIX/TAXII, IOC 관리, 위협 헌팅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