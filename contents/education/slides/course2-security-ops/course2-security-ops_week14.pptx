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Week 14: 통합 보안 아키텍처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6D6"/>
                </a:solidFill>
                <a:latin typeface="맑은 고딕"/>
              </a:defRPr>
            </a:pPr>
            <a:r>
              <a:t>📌 학습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FW, IPS, WAF, SIEM, CTI를 통합한 보안 아키텍처를 설계할 수 있다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트래픽이 각 보안 계층을 통과하는 흐름을 설명할 수 있다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통합 모니터링 체계를 구축할 수 있다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인시던트 대응 프로세스를 수행할 수 있다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1. 심층 방어 (Defense in Depth)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외부 인터넷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▼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┌──────────────────────────────────────┐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Layer 1: 네트워크 방화벽 (nftables)  │  ← IP/포트 필터링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secu (10.20.30.1)             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└──────────────┬───────────────────────┘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     ▼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┌──────────────────────────────────────┐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Layer 2: IPS (Suricata)             │  ← 페이로드 검사 (L3~L7)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secu (10.20.30.1)             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└──────────────┬───────────────────────┘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     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2. 실습 인프라 전체 구성도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          ┌───────────────────────────┐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          │     외부 (인터넷)     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          └───────────┬───────────────┘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                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          ┌───────────┴───────────────┐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          │   secu (10.20.30.1)  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          │   ┌─────────────────┐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          │   │ nftables (FW)   │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          │   │ Suricata (IPS)  │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          │   │ Wazuh Agent     │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   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3. 환경 접속 및 전체 상태 확인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cat &lt;&lt; 'CHECKEOF' &gt; /tmp/check_all.sh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#!/bin/bash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"=== 전체 보안 인프라 상태 점검 ==="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1. secu 서버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"--- secu (10.20.30.1) ---"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-n "  SSH: 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-o StrictHostKeyChecking=no -o ConnectTimeout=3 user@10.20.30.1 "echo OK" 2&gt;/dev/null || echo "FAIL"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-n "  nftables: 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-o StrictHostKeyChecking=no user@10.20.30.1 "echo 1 | sudo -S nft list tables 2&gt;/dev/null | wc -l" 2&gt;/dev/null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-n "  Suricata: 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-o StrictHostKeyChecking=no user@10.20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4. 트래픽 흐름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nftables → 80/tcp 허용 → 통과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Suricata → content:"union select" 매칭 → alert (또는 drop)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BunkerWeb → CRS 942xxx 룰 매칭 → 403 Forbidden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클라이언트 → [nftables] → [Suricata] → [BunkerWeb WAF] → [JuiceShop]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       ↓              ↓              ↓               ↓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   방화벽 로그     eve.json       access.log      app.log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       └──────────────┴──────────────┴───────────────┘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                        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                         Wazuh SIEM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                         (통합 분석)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5. 각 계층별 역할과 한계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nftables | 비인가 IP/포트 접근 | 허용된 포트의 악성 페이로드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Suricata | 알려진 공격 패턴 (시그니처) | 제로데이, 암호화 트래픽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BunkerWeb | SQL Injection, XSS 등 웹 공격 | HTTP 외 프로토콜 공격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Wazuh | 호스트 이상 행위, 파일 변조 | 네트워크 공격 (Agent 없는 호스트)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OpenCTI | 알려진 위협 행위자/IOC | 미등록 위협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6. 통합 알림 체계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nftables 로그   ──┐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Suricata eve.json ┤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BunkerWeb 로그  ──┼──→ Wazuh Agent ──→ Wazuh Manager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시스템 로그     ──┤                      ↓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인증 로그       ──┘                   상관분석 + 알림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                              ↓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                         Dashboard / API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7. 통합 대시보드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Security Events: 전체 보안 이벤트 타임라인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MITRE ATT&amp;CK: 공격 기법 매핑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Agent별 현황: 서버별 위협 수준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방화벽 차단 수/시간 | nftables | 기준선 대비 ±20%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IPS 알림 수/시간 | Suricata | 환경에 따라 다름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WAF 차단 수/시간 | BunkerWeb | 환경에 따라 다름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인증 실패 수/시간 | Wazuh | &lt; 10/시간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FIM 변경 수/일 | Wazuh | 계획된 변경만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8. 인시던트 대응 프로세스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준비 (Preparation)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식별 (Identification)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억제 (Containment)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1. 준비 (Preparation)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└→ 보안 장비 구성, 대응 계획 수립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2. 식별 (Identification)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└→ Wazuh 알림, Suricata 탐지, WAF 차단 로그 분석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3. 억제 (Containment)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└→ nftables IP 차단, Active Response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4. 제거 (Eradication)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└→ 악성코드 제거, 취약점 패치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5. 복구 (Recovery)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└→ 서비스 복원, 설정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9. 운영 체크리스트 (일일/주간/월간)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룰 업데이트 (`suricata-update`)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오탐 목록 검토 및 처리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SCA 점검 결과 검토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자동화 스크립트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cat &lt;&lt; 'DAILYEOF' &gt; /tmp/daily_check.sh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#!/bin/bash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"=== 일일 보안 점검 ($(date '+%Y-%m-%d')) ==="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"[1] 서비스 상태"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bash /tmp/check_all.sh 2&gt;/dev/null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"[2] Suricata 커널 드롭"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-o StrictHostKeyChecking=no user@10.20.30.1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"echo 1 | sudo -S grep 'kernel_drops' /var/log/suricata/stats.log | tail -1" 2&gt;/dev/null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10. 실습 과제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전체 점검 스크립트를 실행하여 모든 서비스가 정상인지 확인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비정상인 서비스가 있으면 원인을 파악하고 복구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인시던트 시뮬레이션 스크립트를 실행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각 보안 계층(nftables, Suricata, BunkerWeb, Wazuh)에서 로그를 수집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공격 타임라인을 재구성하라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탐지 시간, 공격 유형, 공격자 IP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10. 실습 과제 (2)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각 보안 계층의 탐지/차단 현황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수행한 대응 조치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향후 개선 사항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11. 핵심 정리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심층 방어 | 여러 보안 계층을 겹쳐 구성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FW → IPS → WAF → SIEM | 트래픽이 거치는 보안 계층 순서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상관분석 | 여러 소스의 이벤트를 연결하여 분석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Active Response | 알림 기반 자동 대응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인시던트 대응 6단계 | 준비→식별→억제→제거→복구→교훈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일일 점검 | 서비스 상태, 고심각도 알림, 드롭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다음 주 예고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전체 보안 인프라를 처음부터 구축하는 실기 시험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nftables + Suricata + WAF + Wazuh + OpenCTI 통합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1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다음 주: Week 15는 **기말고사**이다: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