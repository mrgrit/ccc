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Suricata IPS (1) — 설치와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IDS와 IPS의 차이를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Suricata의 아키텍처와 NFQUEUE 동작 방식을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suricata.yaml 핵심 설정을 수정할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룰 소스를 관리하고 업데이트할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IDS vs 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 | 트래픽 감시, 경고 발생 | 트래픽 감시 + 즉시 차단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배치 | 미러링 (out-of-band) | 인라인 (in-band)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패킷 처리 | 복사본 분석 | 원본 패킷 분석 후 통과/차단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단점 | 차단 불가 | 성능 영향, 오탐 시 정상 트래픽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Suricata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nftables가 패킷을 커널 큐(NFQUEUE)에 넣는다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Suricata가 큐에서 패킷을 꺼내 룰과 매칭한다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매칭 결과에 따라 ACCEPT(통과) 또는 DROP(차단)을 결정한다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┌─────────────────────────────┐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패킷 →    │        nftables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 (NFQUEUE로 패킷 전달)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└──────────┬──────────────────┘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│ NFQUEUE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┌─────────────────────────────┐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      Suricata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┌─────┐ ┌─────┐ ┌─────┐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│Thrd1│ │Thrd2│ │Thrd3│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└──┬──┘ └──┬──┘ └──┬──┘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│     │       │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디렉터리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ls -la /etc/suricata/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suricata.yaml 핵심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eve-log: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alert: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/etc/suricata/suricata.yaml | head -50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NFQUEUE와 nftables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list ruleset | grep -i queue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룰 소스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룰 업데이트 도구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suricata-update --version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 가능한 룰 소스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suricata-update list-sources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Suricata 시작과 상태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설정 문법 검사 (-T: test mode)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suricata -T -c /etc/suricata/suricata.yaml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간단한 동작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테스트용 룰 작성 (HTTP 접근 시 알림)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'alert http any any -&gt; any any (msg:"TEST - HTTP detected"; sid:9000001; rev:1;)'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sudo tee -a /etc/suricata/rules/local.rules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`suricata.yaml`에서 HOME_NET이 `10.20.30.0/24`로 설정되어 있는지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NFQUEUE 모드와 fail-open 설정을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eve-log, fast 로그가 활성화되어 있는지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테스트 룰 삭제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sed -i '/sid:9000001/d' /etc/suricata/rules/local.rules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 테이블 정리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suricata_lab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IDS vs IPS | 탐지만 vs 탐지+차단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NFQUEUE | 커널 큐를 통한 인라인 패킷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HOME_NET | 보호 대상 네트워크 (반드시 올바르게 설정)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fail-open | Suricata 장애 시 트래픽 통과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suricata-update | 룰 업데이트 도구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ET Open | 무료 공개 룰셋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문법 (action, header, options)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alert/drop, content, flow 키워드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커스텀 룰로 특정 공격 탐지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05에서는 Suricata 룰을 직접 작성한다: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