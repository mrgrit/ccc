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Suricata IPS (2) — 룰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Suricata 룰의 전체 문법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alert/drop/reject 액션의 차이를 구분한다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content, flow, pcre 등 핵심 키워드를 사용할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커스텀 룰을 작성하고 테스트할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룰 문법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action protocol src_ip src_port -&gt; dst_ip dst_port (options;)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Action (동작)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`alert` | 로그 기록 (경고) | O | 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`drop` | 패킷 차단 + 로그 | X | 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`reject` | RST/ICMP unreachable + 로그 | X | 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`pass` | 허용 (이후 룰 무시) | O | 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Protocol (프로토콜)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`tcp` | TCP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`udp` | UDP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`icmp` | ICMP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`ip` | 모든 IP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`http` | HTTP (L7 파싱)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`tls` | TLS/SSL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핵심 옵션 키워드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msg:"SQL Injection attempt detected";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커스텀 룰 작성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tee -a /etc/suricata/rules/local.rules &lt;&lt; 'EOF'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$HOME_NET any -&gt; any any (msg:"CUSTOM - SQL Injection in URI (union select)"; flow:to_server,established; http.uri; content:"union"; nocase; content:"select"; nocase; distance:0; classtype:web-application-attack; sid:9000010; rev:1;)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EOF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룰 검증과 리로드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suricata -T -c /etc/suricata/suricata.yaml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룰 테스트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서버(JuiceShop)에 SQL Injection 패턴 요청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"http://10.20.30.80/?q=1%20union%20select%201,2,3"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알림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tail -3 /var/log/suricata/fast.log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룰 작성 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-&gt;    출발지에서 목적지 방향만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&lt;&gt;    양방향 (요청과 응답 모두)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10. 실습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 요청에서 `cmd=` 파라미터 탐지 (명령 주입)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User-Agent에 `nikto`가 포함된 요청 탐지 (스캐너)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HTTP 응답에서 `root:x:0:0` 탐지 (passwd 유출)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... (msg:"Command Injection"; http.uri; content:"cmd="; sid:9000040; rev:1;)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... (msg:"Nikto Scanner"; http.user_agent; content:"nikto"; nocase; sid:9000041; rev:1;)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 http ... (msg:"Passwd Leak"; flow:to_client,established; http.response_body; content:"root:x:0:0"; sid:9000042; rev:1;)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11.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alert/drop/reject/pass | 룰 동작 (IPS에서 drop 가능)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content | 페이로드 문자열 매칭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nocase | 대소문자 무시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flow | 연결 방향/상태 지정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http.uri | HTTP URI 전용 매칭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pcre | 정규표현식 매칭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eve.json/fast.log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성능 튜닝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오탐(False Positive) 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06에서는 Suricata 운영을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