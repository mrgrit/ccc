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13: OpenCTI (2) — 위협 인텔리전스 활용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IOC(침해 지표)를 체계적으로 관리할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공격 그룹을 분석하고 프로파일링할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위협 헌팅의 기본 프로세스를 수행할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OpenCTI 데이터를 실제 보안 운영에 활용할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IOC(Indicator of Compromise)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수집 → 검증 → 등록 → 배포 → 탐지 → 만료/갱신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실습 환경 접속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user@10.20.30.100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API 토큰 설정 (대시보드에서 확인한 값)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OPENCTI_TOKEN="your-api-token-here"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IOC 등록 및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악성 IP 지표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http://10.20.30.100:9400/graphql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"Authorization: Bearer $OPENCTI_TOKEN"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"query": "mutation { indicatorAdd(input: { name: \"Malicious C2 Server\", pattern: \"[ipv4-addr:value = '"'"'203.0.113.50'"'"']\", pattern_type: \"stix\", x_opencti_main_observable_type: \"IPv4-Addr\", valid_from: \"2026-03-27T00:00:00.000Z\" }) { id name } }"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}' | python3 -m json.tool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공격 그룹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Threats &gt; Threat Actors 메뉴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"Lab-Lazarus Group" 클릭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Knowledge 탭 → 관계 그래프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위협 행위자 STIX 번들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cat &lt;&lt; 'STIXEOF' &gt; /tmp/threat_actor.json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"type": "bundle",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"id": "bundle--ta-lab-001",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"objects":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"type": "threat-actor",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"spec_version": "2.1",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"id": "threat-actor--lab-lazarus",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"created": "2026-03-27T00:00:00.000Z",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"modified": "2026-03-27T00:00:00.000Z",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"name": "Lab-Lazarus Group",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"description": "실습용 위협 행위자. 북한 연계 APT 그룹을 모방한 시나리오.",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"threat_actor_types": ["nation-state"],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위협 헌팅 (Threat Hunting)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203.0.113.10, 203.0.113.11, 203.0.113.12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login-secure-update.example.com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Suricata 로그: 매칭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가설 설정 → 데이터 수집 → 분석 → 결론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IOC를 보안 장비에 배포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OpenCTI IOC를 Suricata 룰로 변환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tee -a /etc/suricata/rules/local.rules &lt;&lt; 'EOF'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Lab-Lazarus C2 Server Detection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alert ip $HOME_NET any -&gt; 203.0.113.10 any (msg:"CTI - Lab-Lazarus C2 #1"; sid:9200001; rev:1; classtype:trojan-activity;)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alert ip $HOME_NET any -&gt; 203.0.113.11 any (msg:"CTI - Lab-Lazarus C2 #2"; sid:9200002; rev:1; classtype:trojan-activity;)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alert ip $HOME_NET any -&gt; 203.0.113.12 any (msg:"CTI - Lab-Lazar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자동화 파이프라인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cat &lt;&lt; 'PYEOF' &gt; /tmp/sync_iocs.py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#!/usr/bin/env python3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"""OpenCTI IOC를 Suricata 룰과 nftables 차단 목록으로 동기화"""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json, re, subprocess, requests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OPENCTI_URL = "http://10.20.30.100:9400/graphql"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OPENCTI_TOKEN = "your-api-token-here"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1. OpenCTI에서 IOC 가져오기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query = '{ indicators(first: 500) { edges { node { name pattern pattern_type } } } }'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resp = requests.post(OPENCTI_URL,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headers={"Authorization": f"Bearer {OPENCTI_TOKEN}", "Content-Type": "application/json"},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json={"query": query}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8. 실습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실습용 악성 IP 5개, 도메인 3개, 파일 해시 2개를 STIX 번들로 생성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OpenCTI에 업로드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API로 등록된 IOC를 조회하여 확인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실습용 위협 행위자를 생성 (이름, 동기, 기술 수준 포함)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행위자와 악성코드, 공격 기법 간의 관계를 생성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웹 UI에서 관계 그래프를 확인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8. 실습 과제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등록한 IOC를 기반으로 Suricata/Wazuh 로그에서 매칭을 검색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IOC를 Suricata 룰로 변환하여 적용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헌팅 결과 보고서를 작성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9.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IOC | 침해 지표 (IP, 도메인, 해시)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IOC 수명주기 | 수집 → 검증 → 등록 → 배포 → 탐지 → 만료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Threat Actor | 위협 행위자 프로파일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Relationship | STIX 객체 간 관계 (uses, targets)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Threat Hunting | 능동적 위협 탐색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IOC 배포 | CTI → Suricata/nftables/Wazuh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FW → IPS → WAF → SIEM → CTI 통합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트래픽 흐름과 보안 계층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종합 모니터링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Week 14에서는 모든 보안 시스템을 통합하는 아키텍처를 다룬다: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