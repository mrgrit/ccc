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07: BunkerWeb WAF — 웹 애플리케이션 방화벽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WAF의 역할과 동작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ModSecurity Core Rule Set (CRS)의 구조를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커스텀 WAF 룰을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오탐 예외 처리를 수행할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curl을 사용하여 WAF 동작을 테스트할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WAF란?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계층 | L3/L4 (IP, 포트) | L7 (HTTP 내용)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검사 대상 | IP, 포트, 프로토콜 | URL, 헤더, 쿠키, 본문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탐지 가능 | 포트 스캔, DoS | SQL Injection, XSS, CSRF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배치 위치 | 네트워크 경계 | 웹 서버 앞단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BunkerWeb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클라이언트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┌──────────┐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BunkerWeb │ (Nginx + ModSecurity)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:80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└────┬─────┘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│ ModSecurity CRS 검사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│  ├─ 정상 → 통과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│  └─ 공격 → 차단 (403)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┌──────────┐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JuiceShop│ (백엔드 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:3000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ModSecurity Core Rule Set (CRS)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룰이 매칭되면 점수를 누적한다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총 점수가 임계값을 초과하면 차단한다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900-xxx | 설정/초기화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910-xxx | IP 평판 검사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920-xxx | 프로토콜 위반 검사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930-xxx | 로컬 파일 포함 (LFI)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931-xxx | 원격 파일 포함 (RFI)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932-xxx | 원격 코드 실행 (RCE)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WAF 동작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정상 요청 (200 OK)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"HTTP %{http_code}\n" http://10.20.30.80/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WAF 로그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BunkerWeb 컨테이너 내 로그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docker exec bunkerweb cat /var/log/bunkerweb/error.log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grep "ModSecurity" | tail -10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커스텀 WAF 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SecRule VARIABLES "OPERATOR" "ACTIONS"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예외 처리 (False Positive)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정상적인 API 요청이 SQL Injection으로 오인될 때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관리 도구의 요청이 차단될 때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특정 경로에서 파일 업로드가 필요할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경로에서 SQL Injection 룰 비활성화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tee /tmp/waf-exceptions.conf &lt;&lt; 'EOF'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/api/ 경로에서 SQL Injection 룰 예외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SecRule REQUEST_URI "@beginsWith /api/"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"id:10010,phase:1,pass,nolog,ctl:ruleRemoveById=942100-942999"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파라미터에서 XSS 룰 예외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SecRule ARGS_NAMES "@eq search_query"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"id:10011,phase:1,pass,nolog,ctl:ruleRemoveTargetById=941100-941999;ARGS:search_query"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IP에서 모든 룰 예외 (모니터링 서버)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SecRule REMOTE_ADDR "@eq 10.20.30.100"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"id:10012,phase:1,pass,nolog,ctl:ruleEngine=Off"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EOF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Anomaly Score 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임계값을 10으로 높이기 (더 관대하게)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BunkerWeb 환경 변수 방식: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MODSECURITY_INBOUND_ANOMALY_SCORE_THRESHOLD=10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10. 종합 테스트 스크립트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'TESTEOF' &gt; /tmp/waf_test.sh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TARGET="http://10.20.30.80"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WAF 테스트 시작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tests=(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"정상 요청|/"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"SQL Injection (OR)|/?id=1 OR 1=1"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"SQL Injection (UNION)|/?id=1 UNION SELECT 1,2,3"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"XSS (script)|/?q=&lt;script&gt;alert(1)&lt;/script&gt;"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"XSS (onerror)|/?q=&lt;img src=x onerror=alert(1)&gt;"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"LFI (traversal)|/../../etc/passwd"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"RCE (cmd injection)|/?cmd=;ls -la"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"Scanner (sqlmap)|/ -A sqlmap/1.0"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 테스트 스크립트를 실행하여 모든 공격이 차단되는지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차단된 요청의 로그를 분석하라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응답 본문에 어떤 내용이 포함되어 있는지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`/backup` 경로 접근을 차단하는 룰을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`.sql` 파일 다운로드를 차단하는 룰을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작성한 룰을 테스트하라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`/api/search` 경로에서 `q` 파라미터의 XSS 룰을 예외 처리하라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예외 처리 후 정상적인 검색이 가능한지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동시에 다른 경로에서는 여전히 XSS가 차단되는지 확인하라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12.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WAF | L7 계층 웹 공격 차단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ModSecurity | 오픈소스 WAF 엔진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CRS | OWASP 핵심 룰셋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Anomaly Score | 이상 점수 누적 방식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Paranoia Level | 탐지 민감도 (1~4)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SecRule | ModSecurity 룰 문법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nftables 방화벽 + Suricata IPS를 조합하여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실제 보안 인프라를 구성하는 실기 시험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08은 **중간고사**이다: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