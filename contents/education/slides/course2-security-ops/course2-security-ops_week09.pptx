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09: Wazuh SIEM (1) — 설치와 구성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SIEM의 역할과 필요성을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Wazuh의 Manager/Agent 아키텍처를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Wazuh 대시보드의 기본 기능을 사용할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Agent를 등록하고 연결 상태를 확인할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SIEM이란?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방화벽 로그 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IPS 로그 ─────┤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WAF 로그 ─────┼──→  SIEM  ──→ 종합 분석 → 위협 탐지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서버 로그 ────┤               상관분석     알림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인증 로그 ────┘               대시보드     보고서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Wazuh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Wazuh Dashboard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(웹 UI, Kibana 기반)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https://10.20.30.100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└──────────────────┬──────────────────────────┘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┌──────────────────┴──────────────────────────┐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Wazuh Indexer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(로그 저장, OpenSearch 기반)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:9200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└──────────────────┬──────────────────────────┘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실습 환경 접속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핵심 디렉터리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ls /var/ossec/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핵심 설정 파일 (ossec.conf)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cat /var/ossec/etc/ossec.conf | head -50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Wazuh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기본 관리자 계정으로 토큰 획득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TOKEN=$(curl -s -u wazuh-wui:wazuh-wui -k -X POST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"https://10.20.30.100:55000/security/user/authenticate?raw=true")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$TOKEN | head -c 50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Agent 등록 및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siem 서버에서 Agent 등록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-k -X POST "https://10.20.30.100:55000/agents"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"Authorization: Bearer $TOKEN"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'{"name":"secu","ip":"10.20.30.1"}'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알림 로그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tail -f /var/ossec/logs/alerts/alerts.json | python3 -c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line in sys.stdin: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e = json.loads(line)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rule = e.get('rule', {})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agent = e.get('agent', {})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print(f\"[{e.get('timestamp','')}] Level:{rule.get('level','')} Rule:{rule.get('id','')} {rule.get('description','')}\")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print(f\"  Agent: {agent.get('name','local')} ({agent.get('ip','127.0.0.1')})\")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except: pass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 &amp;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Wazuh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기본 계정: `admin` / `admin` (또는 설치 시 설정한 계정)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https://10.20.30.100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10. Suricata 로그 연동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ossec.conf에 Suricata 로그 수집 추가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tee -a /var/ossec/etc/ossec.conf &lt;&lt; 'XMLEOF'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&lt;ossec_config&gt;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&lt;localfile&gt;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&lt;log_format&gt;json&lt;/log_format&gt;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&lt;location&gt;/var/log/suricata/eve.json&lt;/location&gt;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&lt;/localfile&gt;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&lt;/ossec_config&gt;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XMLEOF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Agent 재시작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systemctl restart wazuh-agent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11.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Manager, Indexer, Dashboard가 모두 동작하는지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API로 Manager 버전 정보를 조회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등록된 Agent 목록을 조회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secu, web 서버의 Agent가 Active 상태인지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비활성 Agent가 있으면 원인을 파악하고 재시작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최근 1시간 내 Level 7 이상 알림을 조회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11.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가장 많이 발생한 알림 Rule ID를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특정 Agent(secu)의 알림만 필터링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12.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SIEM | 보안 이벤트 통합 관제 플랫폼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Manager | 분석 엔진, 룰 매칭 (1514, 55000)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Indexer | 이벤트 저장/검색 (OpenSearch)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Dashboard | 웹 시각화 (443)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Agent | 호스트 로그 수집, Manager로 전송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ossec.conf | 핵심 설정 파일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local_rules.xml에 커스텀 룰 작성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디코더 작성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logtest로 룰 검증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Week 10에서는 Wazuh 탐지 룰을 다룬다: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