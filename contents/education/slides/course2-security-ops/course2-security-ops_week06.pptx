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06: Suricata IPS (3) — 운영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eve.json과 fast.log를 분석할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Suricata 성능을 모니터링하고 튜닝할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오탐(False Positive)을 식별하고 관리할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로그 파일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`eve.json` | JSON | 핵심 로그 — 모든 이벤트를 구조화된 형식으로 기록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`fast.log` | 텍스트 | 알림 한 줄 요약 (빠른 확인용)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`stats.log` | 텍스트 | 엔진 통계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`suricata.log` | 텍스트 | 엔진 상태/오류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fast.log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tail -20 /var/log/suricata/fast.log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eve.json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이벤트 타입별 개수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cat /var/log/suricata/eve.json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types = {}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e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t = e.get('event_type','unknown')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types[t] = types.get(t,0) + 1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except: pass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t,c in sorted(types.items(), key=lambda x:-x[1]):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print(f'{c:&gt;8}  {t}')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성능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cat /var/log/suricata/stats.log | tail -40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성능 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nfq: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mode: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batchcount: 20       # 한 번에 처리할 패킷 수 (기본 1, 늘리면 성능 향상)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fail-open: yes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오탐(False Positive)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빈발 알림 목록 작성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각 알림의 실제 트래픽 확인 (eve.json)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정상 트래픽인지 공격인지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가장 많이 발생하는 알림 확인 (오탐 후보)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cat /var/log/suricata/eve.json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sigs = {}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e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if e.get('event_type') == 'alert':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key = f\"{e['alert']['signature_id']}:{e['alert']['signature']}\"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sigs[key] = sigs.get(key,0) + 1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except: pass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s,c in sorted(sigs.items(), key=lambda x:-x[1])[:10]: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print(f'{c:&gt;6}  {s}')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로그 로테이션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cat /etc/logrotate.d/suricata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운영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서비스 상태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systemctl is-active suricata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커널 드롭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grep "kernel_drops" /var/log/suricata/stats.log | tail -1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3. 최근 24시간 알림 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cat /var/log/suricata/eve.json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datetime import datetime, timedelta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cutoff = datetime.now() - timedelta(hours=24)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cnt =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fast.log에서 가장 많이 발생한 알림 TOP 5를 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eve.json에서 severity 1인 알림만 출력하라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특정 출발지 IP의 알림 이력을 추적하라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중 발생한 알림 중 오탐을 식별하라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suppress 설정으로 오탐을 처리하라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처리 후 알림이 발생하지 않는 것을 확인하라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stats.log에서 커널 드롭 수를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현재 메모리 사용량을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불필요한 프로토콜 파서를 비활성화하라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eve.json | 구조화된 JSON 이벤트 로그 (핵심)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fast.log | 한 줄 요약 알림 로그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kernel_drops | 패킷 드롭 수 (0이어야 정상)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False Positive | 정상을 공격으로 오인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suppress | 특정 조건에서 알림 무시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disable.conf | 룰 비활성화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ModSecurity Core Rule Set (CRS)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커스텀 WAF 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예외 처리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서버(10.20.30.80)에서 실습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07에서는 BunkerWeb WAF를 다룬다: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