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02: nftables 방화벽 (1) — 기초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nftables의 기본 구조(Table, Chain, Rule)를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inet filter 테이블과 INPUT/FORWARD/OUTPUT 체인의 역할을 구분한다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서버에서 방화벽 룰을 조회, 추가, 삭제할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방화벽이란?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ipchains | 2.2 | 폐기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iptables | 2.4~5.x | 레거시 (아직 많이 사용)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nftables | 3.13+ | 현재 표준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nftables 기본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Table (테이블)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└── Chain (체인)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└── Rule (룰)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실습 서버 접속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현재 룰셋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list ruleset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테이블 생성과 삭제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inet family 테이블 생성 (실습용)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table inet lab_filter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체인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먼저 테이블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table inet lab_filter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input 체인 생성 (기본 정책: accept)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lab_filter input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filter hook input priority 0; policy accept;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output 체인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lab_filter output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filter hook output priority 0; policy accept;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forward 체인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chain inet lab_filter forward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'{ type filter hook forward priority 0; policy accept;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룰 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nft add rule &lt;family&gt; &lt;table&gt; &lt;chain&gt; &lt;match&gt; &lt;verdict&gt;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룰 삭제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handle 6번 룰 삭제 (10.20.30.80 차단 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delete rule inet lab_filter input handle 6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Connection Tracking (conntrack)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이미 수립된/관련된 연결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lab_filter input ct state established,related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잘못된(invalid) 패킷 차단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lab_filter input ct state invalid drop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10. 실습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이미 수립된 연결은 허용 (`ct state established,related`)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루프백 인터페이스(lo) 허용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SSH(22번 포트) 허용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conntrack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lab_filter input ct state established,related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lab_filter input ct state invalid drop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루프백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lab_filter input iif lo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3. SSH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lab_filter input tcp dport 22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4. ICMP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lab_filter input icmp type echo-request accept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5. HTTP/HTTPS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nft add rule inet lab_filter input tcp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Table | 체인을 담는 컨테이너 (inet family 권장)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Chain | 룰을 담는 컨테이너 (hook point: input/forward/output)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Rule | 조건 + 동작 (accept/drop/reject)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conntrack | 수립된 연결 자동 허용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handle | 룰의 고유 번호 (삭제 시 필요)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`nft list ruleset` | 전체 룰 조회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NAT (Network Address Translation)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포트 포워딩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화이트리스트 정책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룰셋 저장/복원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03에서는 nftables의 실전 기능을 다룬다: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