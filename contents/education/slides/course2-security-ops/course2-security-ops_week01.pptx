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01: 보안 솔루션 개론 + 인프라 소개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기업/기관에서 사용하는 주요 보안 솔루션의 종류와 역할을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방화벽, IDS/IPS, WAF, SIEM, CTI의 개념과 차이점을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인프라에 배치된 각 보안 솔루션의 위치와 역할을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각 보안 솔루션이 실제로 동작하는지 명령어로 확인할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보안 솔루션이 왜 필요한가?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인터넷 (외부 세계)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┌──────────────┐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 방화벽       │ ← 건물 외곽 담장 + 출입문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 (Firewall)  │   누가 들어올 수 있는지 통제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└──────┬───────┘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↓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┌──────────────┐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 IDS/IPS     │ ← 경비원 (수상한 행동 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주요 보안 솔루션 상세 (60분)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Linux 커널에 내장된 패킷 필터링 프레임워크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iptables의 후속 도구로, 더 효율적인 규칙 처리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secu 서버가 내부 네트워크(10.20.30.0/24)의 게이트웨이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table → chain → rule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(테이블)  (체인)   (규칙)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예: table inet filter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chain input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type filter hook input priority 0;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tcp dport 22 accept    ← SSH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tcp dport 80 accept    ← HTTP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drop                   ← 나머지 차단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실습 인프라 보안 솔루션 맵 (10분)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인터넷/학생PC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opsclaw (10.20.30.201)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역할: 관제 본부 (OpsClaw Manager API)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솔루션: OpsClaw 플랫폼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└─────────────┬───────────────────────────┘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┌────────┼────────┐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▼        ▼        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┌─────────┐ ┌────────┐ ┌─────────┐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secu    │ │  web   │ │  siem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│10.20.30.1│ │ .30.80 │ │ .30.100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│ │        │ │         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실습 1: 방화벽(nftables) 상태 확인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서버에서 secu로 접속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 2: IDS/IPS(Suricata) 상태 확인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 3: WAF(BunkerWeb) 상태 확인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실습 4: SIEM(Wazuh) 상태 확인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실습 5: CTI(OpenCTI) 상태 확인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실습 6: opsclaw 서버에서 전체 점검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각 서버 생존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host in 10.20.30.1 10.20.30.80 10.20.30.100;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-n "$host: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ping -c 1 -W 2 $host &gt; /dev/null 2&gt;&amp;1 &amp;&amp; echo "OK" || echo "FAIL"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보안 솔루션 비교 정리 (10분)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nftables | L3-L4 | 패킷 필터링 | 규칙 기반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 | L3-L7 | 트래픽 분석, 침입 탐지/차단 | 시그니처 기반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BunkerWeb | L7 | 웹 공격 차단 | 시그니처 + CRS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| 전 계층 | 로그 수집/분석/알림 | 규칙 기반 상관분석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OpenCTI | 위협 인텔리전스 | IOC 관리/공유 | 위협 정보 매칭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솔루션 이름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설치된 서버와 IP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서비스 상태 확인 명령어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상태 확인 결과 (스크린샷 또는 텍스트)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이 솔루션이 없으면 어떤 공격에 취약한지 1가지 시나리오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탐지할 수 있는가?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차단할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어떤 로그/알림을 생성하는가?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secu 서버에 SSH 접속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nftables 서비스 `active` 상태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nftables 규칙 목록 조회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Suricata 서비스 `active (running)` 상태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Suricata EVE 로그 파일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web 서버에 SSH 접속 성공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BunkerWeb/Nginx 프로세스 실행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JuiceShop HTTP 200 응답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siem 서버에 SSH 접속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Wazuh Manager 서비스 `active` 상태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Wazuh 에이전트 목록 조회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OpenCTI 포트(9400) 접근 확인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 (3)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opsclaw에서 원격 전체 점검 스크립트 실행 성공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nftables 규칙 문법 상세 학습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체인 타입 (input/output/forward) 이해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실습: 특정 IP/포트 차단 규칙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실습: 로깅 규칙 추가하여 트래픽 모니터링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nftables + Suricata 연동 원리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**Week 02: 방화벽(nftables) 심화 — 규칙 작성과 트래픽 제어**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