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12: OpenCTI (1) — 설치와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위협 인텔리전스(CTI)의 개념과 필요성을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STIX/TAXII 표준을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OpenCTI의 구조를 이해하고 기본 설정을 수행할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데이터 소스(Connector)를 연결할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위협 인텔리전스(CTI)란?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사후 대응 (Reactive)          →    선제 대응 (Proactive)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"공격 당했다! 뭐지?"              "이 공격그룹이 이 방법으로 올 것이다"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"이 IP 뭐지?"                    "이 IP는 Lazarus 그룹의 C2 서버다"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"패턴 분석 → 대응"               "인텔리전스 → 예방 → 탐지 → 대응"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STIX/TAXII 표준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"type": "indicator",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"id": "indicator--1234",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"name": "Malicious IP",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"pattern": "[ipv4-addr:value = '1.2.3.4']",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"valid_from": "2026-03-27T00:00:00Z",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"labels": ["malicious-activity"]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OpenCTI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OpenCTI Platform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https://10.20.30.100:9400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┌──────────┐  ┌──────────┐  ┌─────────┐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Frontend │  │ GraphQL  │  │ Workers 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(React)  │  │   API    │  │         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└──────────┘  └────┬─────┘  └────┬────┘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│              │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┌──────────────────┴──────────────┘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                     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OpenCTI 웹 인터페이스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기본 계정: `admin@opencti.io` / 설치 시 설정한 비밀번호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http://10.20.30.100:9400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OpenCTI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API 토큰은 대시보드 &gt; Profile &gt; API Access에서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예시 토큰 (실제 값으로 교체)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OPENCTI_TOKEN="your-api-token-here"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플랫폼 정보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http://10.20.30.100:9400/graphql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"Authorization: Bearer $OPENCTI_TOKEN"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'{"query":"{ about { version } }"}'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Connector(커넥터)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OPENCTI_URL=http://opencti-platform:8080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OPENCTI_TOKEN=${OPENCTI_ADMIN_TOKEN}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CONNECTOR_ID=connector-alienvault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http://10.20.30.100:9400/graphql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"Authorization: Bearer $OPENCTI_TOKEN"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"query": "{ connectors { id name active connector_type updated_at } }"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수동 데이터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STIX 번들 파일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'STIXEOF' &gt; /tmp/test-stix-bundle.json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"type": "bundle",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"id": "bundle--lab-test-001",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"objects":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"type": "indicator",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"spec_version": "2.1",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"id": "indicator--lab-001",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"created": "2026-03-27T00:00:00.000Z",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"modified": "2026-03-27T00:00:00.000Z",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"name": "Lab Test - Malicious IP",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"pattern": "[ipv4-addr:value = '192.168.99.99']",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"pattern_type": "stix",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OpenCTI + Wazuh 연동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OpenCTI (IOC 관리)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↓ IOC 목록 내보내기 (STIX/TAXII)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Wazuh Manager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↓ CDB List로 변환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Wazuh 룰 → IOC 매칭 → 알림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OpenCTI의 모든 Docker 컨테이너가 정상 동작하는지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인터페이스에 접속하여 로그인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API로 버전 정보를 조회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대시보드에서 현재 등록된 IOC 수를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MITRE ATT&amp;CK 기법 중 Initial Access(초기 접근) 기법을 검색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등록된 위협 행위자(Threat Actor)를 조회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실습용 STIX 번들을 생성 (악성 IP 3개, 악성 도메인 2개 포함)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OpenCTI에 업로드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대시보드에서 등록된 것을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CTI | 사이버 위협 인텔리전스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STIX | 위협 정보 표현 표준 (JSON)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TAXII | 위협 정보 교환 프로토콜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IOC | 침해 지표 (IP, 해시, 도메인)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Indicator | STIX의 탐지 지표 객체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Threat Actor | 위협 행위자 (APT 그룹)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IOC 관리와 활용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공격 그룹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위협 헌팅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13에서는 OpenCTI를 활용한 위협 인텔리전스 분석을 다룬다: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