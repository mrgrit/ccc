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10: Wazuh SIEM (2) — 탐지 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Wazuh 룰의 XML 구조를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local_rules.xml에 커스텀 룰을 작성할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디코더(decoder)의 역할을 이해하고 작성할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wazuh-logtest로 룰을 검증할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Wazuh 룰 처리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로그 수신 → 디코더 (파싱) → 룰 매칭 → 알림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실습 환경 접속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기본 룰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ls /var/ossec/ruleset/rules/ | head -20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ls /var/ossec/etc/rules/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기본 룰 살펴보기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cat /var/ossec/ruleset/rules/0095-sshd_rules.xml | head -40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커스텀 룰 작성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cat /var/ossec/etc/rules/local_rules.xml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wazuh-logtest로 룰 테스트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/var/ossec/bin/wazuh-logtest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디코더 (Decoder)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원시 로그:  "Mar 27 10:30:15 secu sshd[12345]: Failed password for admin from 10.20.30.80"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↓ 디코더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추출 필드:  program=sshd, srcuser=admin, srcip=10.20.30.80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고급 룰 기법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&lt;rule id="100020" level="10"&gt;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&lt;if_sid&gt;5715&lt;/if_sid&gt;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&lt;srcip&gt;!10.20.30.0/24&lt;/srcip&gt;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&lt;user&gt;root&lt;/user&gt;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&lt;description&gt;외부 IP에서 root SSH 접근&lt;/description&gt;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&lt;/rule&gt;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9. 룰 적용 및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/var/ossec/bin/wazuh-analysisd -t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10. 실습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`su` 명령으로 root 전환 시 Level 8 알림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`/etc/shadow` 파일 읽기 시도 시 Level 10 알림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10분 내 SSH 로그인 실패 20회 시 Level 14 알림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Mar 27 12:00:00 web nginx: ACCESS src=10.20.30.80 method=GET uri=/admin status=403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11.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Decoder | 원시 로그 → 구조화 필드 추출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Rule | 필드 조건 매칭 → 알림 생성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local_rules.xml | 커스텀 룰 파일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local_decoder.xml | 커스텀 디코더 파일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`if_sid` | 부모 룰 기반 연쇄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`if_matched_sid` | 빈도 기반 연쇄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FIM (File Integrity Monitoring)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SCA (Security Configuration Assessment)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Active Response (자동 대응)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Week 11에서는 Wazuh의 고급 기능을 다룬다: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