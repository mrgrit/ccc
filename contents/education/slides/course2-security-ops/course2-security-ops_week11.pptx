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11: Wazuh SIEM (3) — FIM, SCA, Active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FIM(File Integrity Monitoring)을 설정하고 파일 변경을 탐지할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SCA(Security Configuration Assessment)로 보안 설정을 평가할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Active Response를 구성하여 위협에 자동 대응할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FIM (File Integrity Monitoring)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공격자가 설정 파일을 변조하면 시스템이 장악된다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`/etc/passwd`, `/etc/shadow` 변경 = 계정 추가/변조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웹쉘 업로드 = 웹 디렉터리에 새 파일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초기 스캔 → 파일 해시(checksum) 저장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주기적/실시간 스캔 → 해시 비교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변경 감지 시 → 알림 생성 (who changed, when, what)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실습 환경 접속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FIM 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grep -A 30 "&lt;syscheck&gt;" /var/ossec/etc/ossec.conf | head -40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SCA (Security Configuration Assessment)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ls /var/ossec/ruleset/sca/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Active Response (자동 대응)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알림 발생 (Level 7+) → Active Response 트리거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→ 대응 스크립트 실행 (IP 차단, 서비스 재시작 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→ 일정 시간 후 자동 해제 (timeout)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FIM + Active Response 연동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&lt;!-- ossec.conf에 추가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&lt;command&gt;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&lt;name&gt;notify-admin&lt;/name&gt;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&lt;executable&gt;custom-notify.sh&lt;/executable&gt;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&lt;timeout_allowed&gt;no&lt;/timeout_allowed&gt;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&lt;/command&gt;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&lt;active-response&gt;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&lt;command&gt;notify-admin&lt;/command&gt;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&lt;location&gt;server&lt;/location&gt;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&lt;rules_id&gt;550,553,554&lt;/rules_id&gt;  &lt;!-- FIM 알림 --&gt;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&lt;/active-response&gt;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종합 실습: 침입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Rule 5710 (Level 5): SSH 로그인 실패 x 10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Rule 5712 (Level 10): SSH 브루트포스 탐지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Active Response: 공격자 IP 차단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1단계: 브루트포스 시뮬레이션 (secu에서 siem으로)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 in $(seq 1 10);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 wrong ssh -o StrictHostKeyChecking=no -o ConnectTimeout=2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wronguser@10.20.30.100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2단계: 정상 로그인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user@10.20.30.100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3단계: 파일 변조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1 | sudo -S bash -c 'echo "hacked" &gt;&gt; /tmp/fim_test/test.txt'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secu 서버에서 `/etc/ssh/sshd_config` 파일을 FIM 감시 대상으로 추가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파일을 수정하고 FIM 알림이 발생하는지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변경 내용(diff)이 기록되는지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secu 서버의 SCA 결과를 조회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실패한 항목 3개를 선택하여 원인과 조치 방안을 작성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1개 항목을 실제로 수정하고 SCA를 재실행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8.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SSH 브루트포스 탐지 시 IP를 차단하는 Active Response를 설정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브루트포스를 시뮬레이션하여 자동 차단이 동작하는지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timeout 후 자동 해제되는지 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FIM | 파일 무결성 모니터링 (변경 탐지)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realtime | inotify 기반 실시간 감시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whodata | audit 기반 변경자 추적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report_changes | 파일 내용 diff 기록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SCA | 보안 설정 자동 평가 (CIS 기반)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Active Response | 알림 기반 자동 대응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위협 인텔리전스 플랫폼 설치와 구성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STIX/TAXII 기초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데이터 소스 연동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Week 12에서는 OpenCTI를 다룬다: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