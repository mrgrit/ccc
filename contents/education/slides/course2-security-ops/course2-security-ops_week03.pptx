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nftables 방화벽 (2) — 실전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NAT(SNAT/DNAT)와 포트 포워딩을 구성할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화이트리스트(기본 차단) 정책을 설계할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nftables 로깅 기능을 활용할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룰셋을 파일로 저장하고 복원할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NAT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SNAT | 출발지 IP 변환 | 내부 → 외부 통신 시 공인 IP로 변환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DNAT | 목적지 IP 변환 | 외부 → 내부 포트 포워딩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Masquerade | 동적 SNAT | 유동 IP 환경에서의 NAT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`eth1`: 10.20.30.1 (내부 네트워크)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내부 서버: web(10.20.30.80), siem(10.20.30.100)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NAT 테이블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NAT 전용 테이블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lab_nat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prerouting 체인 (DNAT용)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lab_nat prerouting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nat hook prerouting priority -100;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postrouting 체인 (SNAT용)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lab_nat postrouting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nat hook postrouting priority 100;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포트 포워딩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직접 접근 (정상 동작)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http://10.20.30.80:80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화이트리스트 정책 (기본 차단)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수립된 연결 (conntrack)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루프백 인터페이스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 (22/tcp)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[기본 정책: DROP]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 허용 목록: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1. 수립된 연결 (conntrack)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2. 루프백 인터페이스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3. SSH (22/tcp)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4. ICMP (ping)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5. 특정 관리 IP에서만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nftables 로깅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차단되는 패킷 로깅 (policy drop 전에)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whitelist input log prefix \"[NFT-DROP] \" level warn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룰셋 저장과 복원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list ruleset &gt; /tmp/nftables-backup.conf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/tmp/nftables-backup.conf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유용한 nftables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lab_set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lab_set input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input priority 10;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관리자 IP 집합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set inet lab_set admin_ips '{ type ipv4_addr;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element inet lab_set admin_ips '{ 10.20.30.80, 10.20.30.100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집합을 사용하는 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lab_set input ip saddr @admin_ips tcp dport 22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실습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기본 정책: input=drop, forward=drop, output=accept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SSH(22), ICMP 허용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내부(10.20.30.0/24)에서 외부로의 forward 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lab_nat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whitelist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lab_set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SNAT/Masquerade | 출발지 IP 변환 (내부 → 외부)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DNAT | 목적지 IP 변환 (포트 포워딩)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policy drop | 화이트리스트 정책의 핵심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log prefix | 패킷 로깅 (prefix로 구분)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limit rate | 로그 폭주 방지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`nft list ruleset` | 전체 룰 백업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IDS vs IPS 개념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NFQUEUE 모드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YAML 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소스 관리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04에서는 Suricata IPS의 설치와 구성을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