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— 방화벽 + IPS 구성 실기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유형: 실기 시험 (hands-on practical exam)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시간: 90분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범위: Week 02~07 (nftables, Suricata IPS, BunkerWeb WAF)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환경: secu(10.20.30.1), web(10.20.30.80)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배점: 총 100점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환경 접속 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 | 10.20.30.1 | 방화벽 + IPS | `sshpass -p1 ssh -o StrictHostKeyChecking=no user@10.20.30.1`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WAF + 웹 앱 | `sshpass -p1 ssh -o StrictHostKeyChecking=no user@10.20.30.80`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1: nftables 방화벽 구성 (40점)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(4점) 기본 정책: INPUT=drop, FORWARD=drop, OUTPUT=accept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(4점) 수립된 연결(established, related) 허용, invalid 패킷 차단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(2점) 루프백 인터페이스(lo) 허용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테이블 및 체인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exam_filter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exam_filter input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input priority 0; policy drop;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exam_filter forward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forward priority 0; policy drop;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exam_filter output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output priority 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conntrack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2: Suricata IPS 룰 (35점)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(5점) HTTP URI에서 `../` 패턴 탐지 (디렉터리 트래버설)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(5점) HTTP URI에서 `&lt;script` 패턴 탐지 (XSS)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(5점) HTTP User-Agent에 `nikto` 또는 `sqlmap` 포함 시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tee /etc/suricata/rules/local.rules &lt;&lt; 'EOF'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디렉터리 트래버설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http $HOME_NET any -&gt; any any (msg:"EXAM - Directory Traversal"; flow:to_server,established; http.uri; content:"../"; classtype:web-application-attack; sid:9100001; rev:1;)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XSS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http $HOME_NET any -&gt; any any (msg:"EXAM - XSS script tag"; flow:to_server,established; http.uri; content:"&lt;script"; nocase; classtype:web-application-attack; sid:9100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Part 3: 종합 문제 (25점)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nftables, Suricata IPS, BunkerWeb WAF 각각의 역할과 보호 범위를 설명하라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(3점) 패킷이 외부에서 web 서버에 도달하기까지 거치는 보안 장비의 순서를 설명하라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(4점) SQL Injection 공격이 각 보안 장비에서 어떻게 처리되는지 설명하라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'EOF' &gt; /tmp/exam_answer.txt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역할과 보호 범위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nftables: L3/L4 방화벽. IP, 포트 기반으로 접근 제어.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허용된 IP/포트만 통과시키고 나머지 차단.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Suricata IPS: L3~L7 침입방지. 패킷 내용(페이로드)을 검사하여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알려진 공격 패턴을 탐지/차단. NFQUEUE 모드로 인라인 동작.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BunkerWeb WAF: L7 웹 방화벽. HTTP 요청/응답을 파싱하여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SQL Injection, XSS 등 웹 공격을 차단.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트래픽 경로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외부 → nftables(L3/L4 필터링) → Suricata IPS(페이로드 검사)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BunkerWeb WAF(HTTP 검사) → 백엔드 웹 앱(JuiceShop)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SQL Injection 처리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nftables: 80/tcp 포트만 허용하므로, HTTP를 통한 접근은 통과됨.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기본 방화벽 | 20점 | policy drop, conntrack, 서비스별 허용, 로깅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NAT/포워딩 | 20점 | masquerade, DNAT, forward 허용, ip_forward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룰 | 20점 | 올바른 문법, content/flow/threshold, sid 고유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 테스트 | 15점 | 검증 통과, 리로드, 테스트 결과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서술형 | 10점 | 정확한 역할 구분, 트래픽 흐름 이해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트러블슈팅 | 15점 | 체계적 진단, 해결 방안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시험 종료 후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시험 설정 제거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exam_filter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table inet exam_nat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sed -i '/EXAM/d' /etc/suricata/rules/local.rules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kill -USR2 $(pidof suricata)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참고: 자주 하는 실수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SSH 허용 전 policy drop | SSH 연결 끊김 | 콘솔 접속하여 복구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conntrack 미설정 | 기존 연결 끊김 | 첫 번째 룰로 conntrack 추가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sid 중복 | 룰 로드 실패 | 고유한 sid 부여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ip_forward 미활성화 | NAT 미동작 | sysctl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