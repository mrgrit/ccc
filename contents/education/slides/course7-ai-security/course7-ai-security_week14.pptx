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14: RL Steering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강화학습 보상 함수(Reward Function)의 설계 원칙을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보상 함수로 AI 에이전트의 행동을 통제하는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OpsClaw의 RL 시스템을 활용한 행동 조향(steering)을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보상 해킹(reward hacking) 위험과 방지 방법을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RL Steering이란?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안전한 행동에 높은 보상 → 에이전트가 안전하게 행동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위험한 행동에 패널티 → 에이전트가 위험 행동 회피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보상이 높은 행동 → 에이전트가 더 자주 선택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보상이 낮은 행동 → 에이전트가 회피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보상 함수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calculate_reward(task_result):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"""보안 에이전트 보상 함수"""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reward = 0.0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기본 성공/실패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if task_result["success"]: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reward += 1.0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else: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reward -= 0.5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 위험도에 따른 보상 조정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risk_weights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"low": 0.2,      # 안전한 작업은 소소한 보상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"medium": 0.5,    # 중간 위험은 중간 보상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"high": 1.0,      # 높은 위험을 성공하면 높은 보상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행동 통제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CONSERVATIVE_REWARDS =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"low_success": +1.0,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"medium_success": +0.5,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"high_success": +0.3,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"critical_success": -0.5,    # critical은 성공해도 패널티!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"any_failure": -2.0,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"destructive": -10.0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OpsClaw RL 시스템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http://localhost:8000/rl/policy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| python3 -m json.tool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보상 해킹 (Reward Hacking)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1: 다목적 보상 (여러 지표 균형)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reward = 0.4 * success_score + 0.3 * safety_score + 0.2 * efficiency_score + 0.1 * novelty_score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2: 보상 상한 (과도한 보상 방지)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reward = min(reward, MAX_REWARD)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방법 3: 사람 검증 (주기적 감사)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if random.random() &lt; 0.1:  # 10% 확률로 사람 검증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reward = human_evaluate(task_result)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LLM에게 보상 함수 설계를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"강화학습 보상 함수 설계 전문가입니다."},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"보안 관제 AI 에이전트를 위한 보상 함수를 설계해주세요.\n\n에이전트 행동: 로그 분석, 취약점 스캔, 방화벽 규칙 변경, 서비스 재시작\n목표: 안전하게 위협을 탐지하고 대응하되, 서비스 가용성을 유지\n\n각 행동에 대한 보상/패널티를 Python 함수로 작성하세요. 보상 해킹 방지 로직도 포함하세요."}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RL Steering의 미래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현재: 단순 Q-learning (상태-행동 테이블)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발전: Deep RL (신경망 기반 정책)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목표: RLHF (사람 피드백 기반 학습)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비전: 자율 보안 에이전트의 안전한 행동 보장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보상 함수 설계로 에이전트의 행동 방향을 결정한다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안전 우선(보수적) vs 탐색 우선(적극적) 정책을 상황에 따라 전환한다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보상 해킹을 방지하기 위해 다목적 보상, 상한 설정, 사람 검증을 적용한다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OpsClaw의 RL train/recommend로 데이터 기반 행동 정책을 학습한다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RL Steering은 자율 AI 에이전트의 안전성을 보장하는 핵심 기술이다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15: 기말고사 - AI 보안 자동화 종합 과제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15: 기말고사 - AI 보안 자동화 종합 과제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