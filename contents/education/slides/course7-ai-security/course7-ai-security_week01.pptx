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01: AI/LLM 보안 활용 개론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대규모 언어 모델(LLM)의 기본 개념과 작동 원리를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AI가 사이버보안 분야에서 활용되는 주요 영역을 파악한다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Ollama를 사용하여 로컬 LLM에 API를 호출할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LLM에게 보안 로그를 분석하도록 요청하고 응답을 해석할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인공지능과 LLM 기초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대량의 텍스트(책, 웹페이지, 코드)로 사전 학습 (Pre-training)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"다음에 올 단어를 예측"하는 방식으로 학습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별도의 프로그래밍 없이 자연어로 지시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AI (인공지능)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ML (머신러닝) — 데이터에서 패턴을 학습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지도 학습 — 정답이 있는 데이터로 학습 (스팸 필터)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비지도 학습 — 정답 없이 패턴 발견 (이상 탐지)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└── 강화 학습 — 보상을 통해 최적 행동 학습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└── DL (딥러닝) — 심층 신경망으로 학습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└── Transformer — 문맥을 이해하는 모델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└── LLM — 대규모 텍스트로 학습한 언어 모델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예) GPT-4, Claude, Gemma, LLaMA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AI와 사이버보안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AI in Cybersecurity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├──────────────┬──────────────┬──────────────────────┤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방어 (Blue)  │  공격 (Red)   │  관리/분석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├──────────────┼──────────────┼──────────────────────┤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로그 분석     │ 자동 취약점   │ 보안 정책 자동 생성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이상 탐지     │  스캐닝       │ 인시던트 보고서 작성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악성코드 탐지 │ 페이로드 생성 │ 컴플라이언스 점검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피싱 탐지     │ 소셜 엔지니어링│ 위협 인텔리전스 분석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SOAR 자동화   │ 퍼징         │ 보안 교육/훈련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WAF 규칙 최적화│ 우회 기법 연구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Ollama와 로컬 LLM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데이터가 외부로 전송되지 않는다 (프라이버시)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인터넷 없이도 사용 가능하다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API 비용이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dgx-spark (192.168.0.105)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NVIDIA GPU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 Ollama 서버 (포트 11434)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gemma3:12b    ← 주로 사용할 모델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├── llama3.1:8b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└── (기타 모델들)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 API 엔드포인트: http://192.168.0.105:11434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실습: Ollama API 호출 (60분)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`model`: 사용할 모델 이름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`prompt`: AI에게 보내는 지시/질문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`stream`: false이면 전체 응답을 한번에 받음, true이면 토큰 단위로 스트리밍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서버에 SSH 접속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user@10.20.30.201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LLM 응답의 신뢰성 평가 (10분)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검증: LLM의 출력을 항상 공식 소스(NVD, MITRE)와 대조한다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보조 도구: LLM은 분석을 도와주는 보조 도구이지, 최종 판단자가 아니다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민감 데이터 주의: 외부 API에 실제 보안 로그를 전송하지 않는다 (로컬 LLM 사용 이유)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환각 테스트: 존재하지 않는 CVE에 대해 물어보기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http://192.168.0.105:11434/api/chat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[{"role":"user","content":"CVE-2026-99999에 대해 설명해줘."}],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"stream": false,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"options": {"temperature": 0.0}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 | python3 -c "import sys,json; print(json.load(sys.stdin)['message']['content'])"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주의: 존재하지 않는 CVE인데도 AI가 그럴듯한 설명을 만들어낼 수 있다!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이것이 바로 "환각(Hallucination)"이다.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동일한 로그와 프롬프트 사용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모델의 분석 정확도, 응답 속도, 응답 품질을 평가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시나리오: 웹 서버의 Apache 접근 로그에서 SQL Injection 공격 시도를 탐지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요구사항: 공격 분류, 위험도, 영향 범위, 대응 방안을 포함하는 분석 결과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질문 예: "CVE-2021-44228의 CVSS 점수는?", "Suricata의 기본 포트는?"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LLM이 무엇의 약자이며 어떻게 작동하는지 설명할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Transformer의 Self-Attention이 하는 역할을 비유로 설명할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AI가 보안에 활용되는 영역을 3가지 이상 말할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`curl`로 Ollama API를 호출할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system, user, assistant 역할의 차이를 설명할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Temperature 파라미터가 출력에 미치는 영향을 이해했는가?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LLM에게 보안 로그를 분석시키고 결과를 해석할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환각(Hallucination)이 무엇인지, 왜 위험한지 설명할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보안 분석에서 LLM을 사용할 때의 주의사항 3가지를 말할 수 있는가?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효과적인 보안 분석 프롬프트 설계 기법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Few-shot, Chain-of-Thought 프롬프팅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Python으로 Ollama API를 활용한 자동 로그 분석 스크립트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인프라의 실제 Wazuh 알림을 LLM으로 분석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**Week 02: 프롬프트 엔지니어링과 보안 자동화**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