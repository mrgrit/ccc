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12: Agent Daemon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Agent Daemon의 3가지 모드(explore, daemon, stimulate)를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자율 보안 관제의 개념과 동작 원리를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Daemon 모드의 지속적 모니터링 기능을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Stimulate 모드로 능동적 보안 테스트를 수행할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Agent Daemon이란?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explore | 환경 탐색 | 시스템 상태 파악, 자산 목록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daemon | 지속 감시 | 주기적 점검, 이상 탐지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stimulate | 능동 테스트 | 보안 이벤트 생성, 탐지 능력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Explore 모드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LLM이 환경을 파악하기 위한 탐색 수행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"보안 관제 에이전트입니다. 시스템 환경을 탐색하여 보안 기준선을 수립합니다. 실행해야 할 명령어 목록을 제시하세요."},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"Linux 서버의 보안 기준선을 수립하기 위해 수집해야 할 정보를 나열하세요. 각 항목에 대한 명령어를 포함하세요.\n\n범주: 시스템정보, 네트워크, 사용자, 서비스, 파일시스템"}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Daemon 모드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매 5분마다: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열린 포트 변화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로그인 사용자 변화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프로세스 이상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로그 이상 패턴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매 1시간마다: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파일 무결성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디스크 사용량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보안 업데이트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설정 파일 변경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Stimulate 모드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안전한 stimulation: 존재하지 않는 사용자로 SSH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"http://localhost:8000/projects/$PID/dispatch"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"command": "ssh -o BatchMode=yes -o ConnectTimeout=3 testuser@localhost echo test 2&gt;&amp;1 || true",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"subagent_url": "http://localhost:8002"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이후 Wazuh에서 알림이 발생하는지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'{"name":"daemon-lab","request_text":"Agent Daemon 실습","master_mode":"external"}'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json,sys;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"http://localhost:8000/projects/$PID/plan"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"http://localhost:8000/projects/$PID/execute" -H "X-API-Key: opsclaw-ap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Daemon의 보안적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전통적 보안 관제                 Agent Daemon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──────────────                  ────────────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사람이 대시보드 모니터링          LLM이 자동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정해진 룰로만 탐지               패턴 추론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느린 대응 (시간~일)              빠른 대응 (분)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피로도 누적                     24/7 일관된 관제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Explore는 시스템 환경을 탐색하여 보안 기준선을 수립한다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Daemon은 주기적으로 상태를 점검하여 변화와 이상을 탐지한다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Stimulate는 보안 이벤트를 생성하여 탐지 시스템을 검증한다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세 모드를 조합하면 자율 보안 관제 사이클이 완성된다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LLM이 결과를 분석하므로 미리 정의되지 않은 이상도 탐지 가능하다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13: 분산 지식 - local_knowledge, knowledge transfer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13: 분산 지식 - local_knowledge, knowledge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