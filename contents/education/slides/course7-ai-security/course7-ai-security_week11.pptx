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자율 미션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자율 미션(Autonomous Mission)의 개념을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Red Team / Blue Team 자율 에이전트의 동작 원리를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/a2a/mission API를 통한 자율 미션 실행을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Purple Team 자동화의 보안적 가치를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자율 미션이란?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명령 | 사람이 직접 지정 | LLM이 스스로 결정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판단 | 사람이 결과 해석 | LLM이 결과 분석 후 다음 행동 결정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범위 | 단일 명령 | 목표 기반 다중 단계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자율성 | 없음 | 높음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Red Team vs Blue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Red Team: 취약점 발견 → 공격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↕ (정보 공유)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Blue Team: 공격 탐지 → 방어 강화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↕ (결과 피드백)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보안 수준 지속 향상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/a2a/mission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미션 목표 파악 (LLM 추론)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실행 계획 수립 (어떤 명령을 실행할지)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명령 실행 (run_command 도구 호출)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Red Team 미션: web 서버 취약점 탐색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"http://localhost:8000/projects/$PID/dispatch"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"command": "RED_MISSION: web 서버(10.20.30.80)의 열린 포트와 서비스를 탐색하고 보안 취약점을 식별하라",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"subagent_url": "http://192.168.208.150:8002"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Purple Team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1: Red Team이 취약점 발견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RED_FINDING="SSH 포트(22)가 0.0.0.0에 바인딩되어 외부에서 접근 가능"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2: Blue Team이 방어 조치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"{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\"model\": \"llama3.1:8b\",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\"messages\":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\"system\", \"content\": \"Blue Team입니다. Red Team 발견사항에 대한 방어 조치를 생성합니다.\"},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\"user\", \"content\": \"Red Team 발견: $RED_FINDING\\n\\n즉시 실행 가능한 방어 조치 명령어를 제시하세요.\"}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\"temperature\": 0.3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 및 준비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'{"name":"purple-team-lab","request_text":"Purple Team 실습","master_mode":"external"}'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"http://localhost:8000/projects/$PID/plan"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"http://localhost:8000/projects/$PID/execute" -H "X-API-Key: 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안전 고려사항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자율 미션은 테스트 환경에서만 실행한다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critical risk 명령은 사용자 확인 필수이다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미션 결과는 PoW 체인에 기록된다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과도한 스캔 | rate limiting, 대상 화이트리스트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파괴적 명령 실행 | risk_level + dry_run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 유출 | 미션 결과 접근 제어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무한 루프 | 최대 단계 수 제한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자율 미션은 LLM이 스스로 판단하고 행동하는 보안 작업이다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Red Team은 공격 시뮬레이션, Blue Team은 방어 강화를 수행한다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Purple Team은 Red/Blue를 결합하여 보안 수준을 지속 향상시킨다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안전 장치(risk_level, dry_run, PoW)로 자율 미션의 위험을 관리한다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자율 미션은 보조 도구이며, 최종 판단은 사람이 내린다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12: Agent Daemon - explore + daemon + stimulate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12: Agent Daemon - explore + daemon + stimulate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