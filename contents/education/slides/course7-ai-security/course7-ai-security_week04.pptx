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04: LLM 기반 로그 분석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Wazuh SIEM 알림의 구조를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LLM을 활용하여 보안 로그를 자동 분석할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분석 결과를 구조화된 인시던트 보고서로 변환할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대량 알림에서 중요 이벤트를 우선순위로 분류할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보안 로그 분석의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알림 분류 | 1건당 5분 | 1건당 10초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패턴 인식 | 분석가 경험 의존 | 다양한 패턴 인식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보고서 작성 | 30분~1시간 | 2~3분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맥락 파악 | 여러 도구 참조 | 프롬프트로 맥락 제공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Wazuh 알림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"timestamp": "2026-03-27T10:30:00.000+0900",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"rule":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"id": "5710",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"level": 10,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"description": "sshd: Attempt to login using a denied user.",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"groups": ["syslog", "sshd", "authentication_failed"]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"agent":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"id": "002",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"name": "web",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"ip": "10.20.30.80"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"data": 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"srcip": "203.0.113.50",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LLM으로 알림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ALERT='{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"rule": {"id": "5710", "level": 10, "description": "sshd: Attempt to login using a denied user."},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"agent": {"name": "web", "ip": "10.20.30.80"},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"data": {"srcip": "203.0.113.50", "dstuser": "root"},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"full_log": "Mar 27 10:30:00 web sshd[1234]: Failed password for root from 203.0.113.50 port 54321 ssh2"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"{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\"model\": \"gemma3:12b\",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\"messages\":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{\"role\": \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알림 우선순위 분류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http://192.168.0.105:11434/v1/chat/completions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"system", "content": "SOC 분석가입니다. 알림을 우선순위별로 분류하세요.\n분류: CRITICAL(즉시 대응), HIGH(1시간 내), MEDIUM(24시간 내), LOW(정기 검토)\n\nJSON 배열로 응답: [{\"id\": N, \"priority\": \"...\", \"reason\": \"...\"}]"},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{"role": "user", "content": "분류할 알림 목록:\n1. SSH root 로그인 성공 (외부 IP)\n2. 파일 무결성 변경 (/etc/passwd)\n3. 디스크 사용량 90%\n4. nginx 404 에러 증가\n5. su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자동화 스크립트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#!/usr/bin/env python3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"""wazuh_llm_analyzer.py - Wazuh 알림을 LLM으로 분석"""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requests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OLLAMA_URL = "http://192.168.0.105:11434/v1/chat/completions"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MODEL = "gemma3:12b"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SYSTEM_PROMPT = """SOC Tier-2 분석가입니다. Wazuh 알림을 분석하고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정확히 다음 JSON 형식으로만 응답하세요: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{"severity": "CRITICAL|HIGH|MEDIUM|LOW", "summary": "한줄요약",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"attack_type": "공격유형", "action": "대응조치"}"""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def analyze_alert(alert_json):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response = requests.post(OLLAMA_URL, json={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siem 서버에서 최근 알림 가져오기 (OpsClaw 활용)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http://localhost:8000/projects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opsclaw-api-key-2026"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"name": "wazuh-log-analysis",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"request_text": "Wazuh 최근 알림 수집 및 분석",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"master_mode": "external"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}'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프로젝트 ID 확인 후 dispatch로 알림 수집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curl -X POST http://localhost:8000/projects/{id}/dispatch ...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LLM 로그 분석의 한계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환각: 존재하지 않는 위협을 만들어낼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최신 위협: 학습 데이터 이후의 새로운 공격 패턴을 모를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정밀도: 자동 분류의 정확도를 지속적으로 검증해야 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민감 데이터: 실제 IP, 비밀번호 등을 외부 LLM에 전송하면 안 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LLM은 대량의 보안 알림을 빠르게 분류하고 분석하는 도구이다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시간순 상관 분석으로 공격 킬체인을 추론할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구조화된 프롬프트로 일관된 분석 결과를 얻는다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자동화 스크립트로 Wazuh 알림을 실시간 분석할 수 있다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LLM 분석 결과는 반드시 사람이 검증해야 한다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다음 주 예고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05: 탐지 룰 자동 생성 - 공격 패턴에서 SIGMA/Wazuh 룰 자동 생성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다음 주: - Week 05: 탐지 룰 자동 생성 - 공격 패턴에서 SIGMA/Wazuh 룰 자동 생성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