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6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맑은 고딕"/>
              </a:defRPr>
            </a:pPr>
            <a:r>
              <a:t>Week 03: 프롬프트 엔지니어링 for 보안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96D6"/>
                </a:solidFill>
                <a:latin typeface="맑은 고딕"/>
              </a:defRPr>
            </a:pPr>
            <a:r>
              <a:t>📌 학습 목표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프롬프트 엔지니어링의 핵심 기법을 익힌다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보안 로그 분석용 프롬프트를 설계할 수 있다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취약점 설명 및 대응 방안 생성 프롬프트를 작성할 수 있다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Few-shot, Chain-of-Thought 기법을 보안 업무에 적용할 수 있다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1. 프롬프트 엔지니어링이란?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역할 | AI의 전문 분야 설정 | "SOC 분석가로서"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맥락 | 배경 정보 제공 | "Wazuh SIEM에서 수집된 로그"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작업 | 구체적인 요청 | "위협 수준을 평가하라"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형식 | 출력 형태 지정 | "JSON으로 응답하라"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제약 | 제한 조건 | "200자 이내로"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2. 핵심 프롬프트 기법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curl -s http://192.168.0.105:11434/v1/chat/completions \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-H "Content-Type: application/json" \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-d '{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"model": "gemma3:12b",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"messages": [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{"role": "system", "content": "SOC 분석가로서 보안 이벤트를 분석합니다."},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{"role": "user", "content": "다음 로그를 분석하세요:\nMar 27 10:15:33 web sshd[1234]: Failed password for root from 192.168.1.100 port 54321 ssh2"}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],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"temperature": 0.3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}' | python3 -c "import json,sys; print(json.load(sys.stdin)['choices'][0]['message']['content'])"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3. 보안 업무별 프롬프트 템플릿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이벤트 요약: (한 줄)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위협 수준: (CRITICAL/HIGH/MEDIUM/LOW/INFO)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공격 유형: (해당 시)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10972800" cy="41148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[System]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당신은 SOC(Security Operations Center) Tier-2 분석가입니다.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아래 보안 로그를 분석하고 다음 형식으로 응답하세요: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- 이벤트 요약: (한 줄)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- 위협 수준: (CRITICAL/HIGH/MEDIUM/LOW/INFO)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- 공격 유형: (해당 시)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- 영향 범위: (영향받는 시스템)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- 대응 권고: (즉시 수행할 조치)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[User]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{로그 데이터 입력}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4. 구조화된 출력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curl -s http://192.168.0.105:11434/v1/chat/completions \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-H "Content-Type: application/json" \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-d '{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"model": "gemma3:12b",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"messages": [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{"role": "system", "content": "보안 이벤트를 분석하고 반드시 JSON 형식으로만 응답하세요."},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{"role": "user", "content": "다음 로그를 분석하세요. JSON으로 응답: {\"severity\": \"\", \"type\": \"\", \"source_ip\": \"\", \"action\": \"\"}\n\nMar 27 14:22:01 secu suricata[5678]: [1:2001219:20] ET SCAN Potential SSH Scan from 45.33.32.156"}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],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"temperature": 0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}' | py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5. 실습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나쁜 프롬프트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curl -s http://192.168.0.105:11434/v1/chat/completions \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-H "Content-Type: application/json" \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-d '{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"model": "gemma3:12b",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"messages": [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{"role": "user", "content": "이 로그 분석해줘: Failed password for root from 203.0.113.50"}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]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}' | python3 -c "import json,sys; print(json.load(sys.stdin)['choices'][0]['message']['content'])"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"---"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좋은 프롬프트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curl -s http://192.168.0.105:11434/v1/chat/completions \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-H "Content-Type: application/json" \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6. 프롬프트 엔지니어링 팁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구체적: "분석해줘" → "위협수준, 공격유형, 대응방안을 포함하여 분석"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맥락 제공: 환경, 시스템 정보, 배경을 포함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형식 지정: 출력 형식을 명확히 지정 (JSON, 테이블, 단계별)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"이 로그 봐줘" | "SOC 분석가로서 이 Wazuh 알림의 위협수준을 평가하세요"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"보안 강화해" | "Ubuntu 22.04 SSH 서버의 보안 설정 5가지를 설명하세요"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"해킹 방법" | "SQL Injection의 원리와 방어 방법을 교육 목적으로 설명하세요"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핵심 정리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프롬프트 엔지니어링은 역할+맥락+작업+형식+제약으로 구성한다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Few-shot으로 예시를 제공하면 더 정확한 출력을 얻는다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Chain-of-Thought로 복잡한 보안 분석의 추론 과정을 이끌어낸다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JSON/테이블 형식 지정으로 자동화에 활용 가능한 구조화된 출력을 얻는다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temperature를 낮게 설정하면 보안 분석에 적합한 일관된 답변을 얻는다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다음 주 예고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Week 04: LLM 기반 로그 분석 - Wazuh 알림을 LLM으로 분석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31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다음 주: - Week 04: LLM 기반 로그 분석 - Wazuh 알림을 LLM으로 분석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