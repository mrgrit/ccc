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Week 15: 기말고사 - AI 보안 자동화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시험 개요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유형 | 종합 실기 (자동화 파이프라인 구축)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시간 | 120분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배점 | 100점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환경 | Ollama (192.168.0.105:11434), OpsClaw (localhost:8000)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제출 | 스크립트 + 실행 결과 + 최종 보고서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시험 범위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Week 02~07: LLM 기초, 프롬프트, 로그 분석, 룰 생성, 취약점, 에이전트 아키텍처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Week 09~14: OpsClaw, Playbook, RL, 자율 미션, Daemon, 분산 지식, RL Steering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문제 1: AI 보안 관제 파이프라인 (40점)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최소 2개의 SIGMA 또는 Wazuh 룰을 LLM으로 생성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생성된 룰을 LLM으로 상호 검증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execute-plan으로 대응 태스크 실행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로그 수집 → LLM 분석 → 위협 분류 → 룰 생성 → 대응 실행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문제 2: 자율 Purple Team (30점)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발견된 취약점 목록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대응 조치 내역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잔존 위험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Red Team: 대상 서버 정보 수집 및 취약점 식별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Ollama API를 사용하여 탐색 계획 수립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OpsClaw로 실제 정보 수집 실행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문제 3: RL 정책 분석 (30점)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low, medium, high 태스크 각 3개 이상 실행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execute-plan으로 일괄 실행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채점 기준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로그 수집 + 분석 | 15 | 다중 서버, 분석 깊이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룰 생성 + 검증 | 15 | 룰 정확성, 검증 충실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대응 실행 | 10 | 플로우 완성도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Red Team | 10 | 탐색 체계성, 발견 내용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Blue Team | 10 | 대응 적절성, 실행 결과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Purple 보고서 | 10 | 종합 분석, 보고서 품질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참고: API 정리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Ollama LLM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-s http://192.168.0.105:11434/v1/chat/completions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-H "Content-Type: application/json"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-d '{"model":"gemma3:12b","messages":[...]}'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OpsClaw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HEADER="-H 'X-API-Key: opsclaw-api-key-2026'"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프로젝트: POST /projects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Stage: POST /projects/{id}/plan, /execute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실행: POST /projects/{id}/dispatch, /execute-plan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증거: GET /projects/{id}/evidence/summary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완료: POST /projects/{id}/completion-report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PoW: GET /pow/blocks, /pow/verify, /pow/leaderboard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RL: POST /rl/train, GET /r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학기 마무리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LLM 활용: Ollama API로 보안 분석, 룰 생성, 보고서 작성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프롬프트 엔지니어링: 보안 업무 특화 프롬프트 설계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AI 에이전트: Master-Manager-SubAgent 계층 구조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OpsClaw: 프로젝트 관리, dispatch, execute-plan, Playbook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자율 보안: Red/Blue/Purple Team, Agent Daemon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분산 지식: local_knowledge, knowledge transfer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학기 마무리 (2)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RL Steering: 보상 함수로 에이전트 행동 통제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