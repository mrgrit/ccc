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OpsClaw (1) - 기본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OpsClaw의 프로젝트 생명주기를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dispatch와 execute-plan의 차이를 구분하고 적절히 사용한다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증거(evidence) 시스템과 PoW 체인을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OpsClaw를 활용한 보안 점검 자동화를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OpsClaw 프로젝트 생명주기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created → planned → executing → 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         ↓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생성      계획 수립    실행 중     완료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프로젝트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external 모드: Claude Code(사람)가 오케스트레이션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"name": "security-audit-web",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"request_text": "web 서버 보안 점검",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"master_mode": "external"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응답에서 id 필드를 기록해둔다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Dispatch (단일 명령 실행)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ID를 변수에 저장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PID="프로젝트_ID"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"http://localhost:8000/projects/$PID/plan"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"http://localhost:8000/projects/$PID/execute"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로컬 SubAgent에서 명령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"http://localhost:8000/projects/$PID/dispatch"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"command": "hostname &amp;&amp; uptime",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Execute-plan (다중 태스크 실행)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"http://localhost:8000/projects/$PID/execute-plan"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"tasks":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"order": 1,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"instruction_prompt": "hostname",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"risk_level": "low",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"subagent_url": "http://localhost:8002"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"order": 2,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"instruction_prompt": "cat /etc/os-release",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"risk_level": "low",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증거(Evidence)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증거 요약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"http://localhost:8000/projects/$PID/evidence/summary"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완료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"http://localhost:8000/projects/$PID/completion-report"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"summary": "web 서버 보안 점검 완료",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"outcome": "success",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"work_details":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"호스트 정보 수집 완료",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"OS 버전 확인 완료",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"Docker 컨테이너 목록 확인 완료"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실습: 보안 점검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'{"name":"lab-audit","request_text":"실습 보안 점검","master_mode":"external"}'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"Project: $PID"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"http://localhost:8000/projects/$PID/plan"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프로젝트는 created → planned → executing → done 순으로 진행한다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dispatch는 단일 명령, execute-plan은 여러 태스크를 순차 실행한다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risk_level로 태스크의 위험도를 관리하고, critical은 자동으로 dry_run된다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작업은 증거로 기록되고 PoW 체인으로 무결성을 보장한다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호출 시 반드시 X-API-Key 헤더를 포함해야 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10: OpsClaw (2) - Playbook과 강화학습(RL) 연동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10: OpsClaw (2) - Playbook과 강화학습(RL)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