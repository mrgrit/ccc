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06: 취약점 분석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LLM을 활용한 소스 코드 보안 리뷰 방법을 익힌다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CVE 정보를 LLM으로 분석하고 영향을 평가할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취약점 보고서를 자동 생성할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LLM 기반 취약점 분석의 한계를 이해한다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전통적 취약점 분석 vs LLM 보조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코드 리뷰 | 전문가 수동 검토 | LLM이 패턴 탐지 후 전문가 확인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CVE 분석 | NVD 데이터베이스 조회 | LLM이 영향 평가 및 요약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보고서 | 수동 작성 | LLM이 초안 생성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속도 | 느림 | 빠름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정확도 | 높음 | 검증 필요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LLM 기반 코드 보안 리뷰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CODE='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from flask import Flask, request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sqlite3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app = Flask(__name__)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@app.route("/user")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def get_user():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user_id = request.args.get("id")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conn = sqlite3.connect("users.db")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cursor = conn.cursor()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query = f"SELECT * FROM users WHERE id = {user_id}"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cursor.execute(query)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return str(cursor.fetchall())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CVE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"messages":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"system", "content": "취약점 분석가입니다. CVE 정보를 분석하여 실무자가 바로 대응할 수 있는 보고서를 작성하세요."},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"user", "content": "CVE-2024-3094 (xz-utils 백도어)를 분석해주세요.\n\n다음 형식으로:\n1. 한 줄 요약\n2. 영향 범위 (어떤 시스템이 위험한가)\n3. CVSS 점수 및 위험도 설명\n4. 공격 방법 (단순화하여)\n5. 즉시 대응 방법\n6. 장기 대응 방법\n7. 우리 환경(Ubuntu 22.04) 영향 여부 확인 명령어"}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"temperature": 0.3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취약점 보고서 자동 생성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CVE-2023-44487 (HTTP/2 Rapid Reset) - CRITICAL - nginx:1.24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CVE-2023-5678 (OpenSSL) - HIGH - libssl3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CVE-2024-1234 (glibc) - MEDIUM - libc6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SCAN_RESULT='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취약점 스캔 결과 (Trivy):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CVE-2023-44487 (HTTP/2 Rapid Reset) - CRITICAL - nginx:1.24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CVE-2023-5678 (OpenSSL) - HIGH - libssl3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CVE-2024-1234 (glibc) - MEDIUM - libc6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4. CVE-2023-9999 (zlib) - LOW - zlib1g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"{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\"model\": \"gemma3:12b\",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\"messages\":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{\"role\": \"system\", \"content\": \"취약점 관리 전문가입니다. 스캔 결과를 경영진용 보고서로 변환합니다.\"},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{\"role\": \"user\", \"cont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JuiceShop은 의도적으로 취약한 웹 앱이다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LLM으로 대표적인 취약점 패턴을 분석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"messages":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"system", "content": "웹 애플리케이션 보안 전문가입니다."},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"user", "content": "OWASP JuiceShop 웹 앱(Node.js/Express)에서 흔히 발견되는 취약점 5가지를 설명하고, 각각에 대해:\n1. 취약한 코드 패턴\n2. 공격 방법\n3. 안전한 코드로의 수정\n을 보여주세요."}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"temperature": 0.4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}' | python3 -c "import json,sys; print(json.lo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LLM 취약점 분석의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오탐/미탐: LLM이 취약점을 놓치거나 잘못 판단할 수 있다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컨텍스트 제한: 대규모 코드베이스를 한 번에 분석할 수 없다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최신 CVE: 학습 데이터 이후의 CVE를 모를 수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LLM의 역할: 1차 필터링 + 초안 작성 + 교육 보조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전문가 역할: 최종 판단 + 심층 분석 + 비즈니스 로직 검증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LLM은 코드 리뷰에서 일반적인 취약점 패턴을 빠르게 식별한다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CVE 정보를 LLM으로 분석하여 영향 평가와 대응 방안을 도출한다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Trivy 등 스캐너 결과를 LLM으로 해석하여 우선순위를 결정한다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취약점 보고서 초안을 LLM으로 자동 생성할 수 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LLM은 보조 도구이며, 최종 판단은 전문가가 내린다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07: AI 에이전트 아키텍처 - Master-Manager-SubAgent 구조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07: AI 에이전트 아키텍처 - Master-Manager-SubAgent 구조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