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07: AI 에이전트 아키텍처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AI 에이전트의 개념과 구성요소를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Master-Manager-SubAgent 계층 구조를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에이전트 간 통신 프로토콜(A2A)을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OpsClaw의 아키텍처를 분석할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AI 에이전트란?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에이전트 = LLM(두뇌) + 도구(손) + 메모리(기억) + 계획(전략)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계층적 에이전트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전문화: 각 에이전트가 특정 역할에 집중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격리: 실행 환경 격리로 안전성 확보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확장성: 새 서버/역할 추가 용이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[Master]  ← 계획 수립 (LLM 기반 추론)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[Manager] ← 실행 관리 (상태 추적, 증거 기록)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[SubAgent] ← 실제 명령 실행 (각 서버에 배포)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OpsClaw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┌─────────────────┐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│  Claude Code /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│  External Master│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└────────┬────────┘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     │ HTTP API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┌────────▼────────┐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│  Manager API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│  :8000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│  - 프로젝트 관리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│  - 증거 기록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│  - PoW 체인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└────────┬────────┘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┌──────────────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A2A (Agent-to-Agent) 프로토콜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POST /a2a/invoke_tool    → 도구(명령어) 실행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POST /a2a/invoke_llm     → 로컬 LLM 호출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POST /a2a/analyze         → LLM 기반 분석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POST /a2a/mission         → 자율 미션 실행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GET  /health              → 상태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Manager API 상태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http://localhost:8000/health | python3 -m json.tool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프로젝트 목록 조회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http://localhost:8000/projects | python3 -m json.tool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SubAgent 상태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http://localhost:8002/health | python3 -m json.tool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다른 에이전트 프레임워크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OpsClaw | 보안 특화, PoW, 계층적 | IT 운영/보안 자동화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LangChain | 범용, 도구 체인 | 다양한 LLM 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AutoGPT | 자율 에이전트 | 범용 자동화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CrewAI | 다중 에이전트 협업 | 팀 기반 작업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AI 에이전트는 LLM + 도구 + 메모리 + 계획으로 구성된 자율 시스템이다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Master-Manager-SubAgent 계층 구조로 역할을 분리하고 안전성을 확보한다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A2A 프로토콜로 에이전트 간 표준화된 통신을 수행한다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OpsClaw는 API 인증, Risk Level, PoW 체인 등 다중 안전 장치를 제공한다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모든 명령은 Manager를 통해서만 SubAgent에 전달한다 (직접 호출 금지)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08: 중간고사 - LLM 보안 도구 구축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08: 중간고사 - LLM 보안 도구 구축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