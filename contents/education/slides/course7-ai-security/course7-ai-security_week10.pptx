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OpsClaw (2) - Playbook + 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 Playbook의 개념과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Playbook을 생성하고 실행할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강화학습(RL) 보상 시스템의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RL 학습과 정책 추천 기능을 활용할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Playbook이란?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재사용 | 매번 작성 | 한 번 정의, 반복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일관성 | 사람마다 다름 | 항상 동일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감사 | 명령어 추적 어려움 | 실행 이력 자동 기록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공유 | 개인 지식 | 팀 공유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Playbook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"name": "ssh-security-audit",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"description": "SSH 보안 설정 점검 Playbook",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"steps":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"order": 1,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"tool": "run_command",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"params": {"command": "sshd -T | grep -E 'permitrootlogin|passwordauthentication|maxauthtries'"},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"risk_level": "low",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"description": "SSH 설정 확인"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"order": 2,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"tool": "run_command",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"params": {"command": "last -20"},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Playbook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PID="프로젝트_ID"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Playbook의 steps를 tasks로 변환하여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"http://localhost:8000/projects/$PID/execute-plan"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"tasks":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"order": 1,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"instruction_prompt": "sshd -T 2&gt;/dev/null | grep -E \"permitrootlogin|passwordauthentication|maxauthtries\" || echo SSH_NOT_RUNNING",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"risk_level": "low"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"order": 2,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강화학습 (RL) 보상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PoW 블록이 생성된다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태스크 결과에 따라 보상이 기록된다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보상 데이터가 RL 학습에 사용된다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태스크 실행 → PoW 블록 생성 → 보상(reward) 자동 계산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RL API 사용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축적된 보상 데이터로 Q-learning 학습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http://localhost:8000/rl/train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'{"name":"playbook-lab","request_text":"Playbook 실습","master_mode":"external"}'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"http://localhost:8000/projects/$PID/execute"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RL이 보안 자동화에 주는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반복적 작업: 과거 성공/실패 데이터로 최적 전략 학습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위험 관리: risk_level별 행동 정책 자동 조정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에이전트 평가: SubAgent별 신뢰도 축적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┌──────────────┐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│  위험 판단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│  (Q-table)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└──────┬───────┘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태스크 요청 ─────────▶ RL 추천 ─────▶ 실행/거부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과거 데이터 기반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자동 의사결정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Playbook은 반복 가능한 보안 작업을 표준화한 절차이다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execute-plan의 tasks가 Playbook의 steps에 대응한다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PoW 블록과 보상이 자동 생성되어 RL 학습 데이터가 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Q-learning으로 에이전트별, 위험수준별 최적 행동을 추천한다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LLM으로 Playbook을 설계하고, RL로 실행 정책을 최적화한다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11: 자율 미션 - /a2a/mission Red/Blue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11: 자율 미션 - /a2a/mission Red/Blue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