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08: 중간고사 - LLM 보안 도구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시험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유형 | 실기 시험 (도구 구축 + 분석 보고서)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시간 | 90분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배점 | 100점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환경 | Ollama (192.168.0.105:11434), OpsClaw (localhost:8000)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제출 | 스크립트 + 실행 결과 + 분석 보고서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시험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02: LLM 기초, Ollama API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03: 프롬프트 엔지니어링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04: LLM 기반 로그 분석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05: 탐지 룰 자동 생성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06: 취약점 분석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07: AI 에이전트 아키텍처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문제 1: 보안 로그 분석 도구 (40점)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알림 분류 (10점): 각 알림의 위협 수준 분류 (CRITICAL/HIGH/MEDIUM/LOW)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상관 분석 (15점): 알림들을 연결하여 공격 시나리오 추론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대응 방안 (10점): 즉시 수행할 조치 목록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{"id":1,"rule_id":"5710","level":10,"desc":"SSH login failed","src":"203.0.113.50","dst":"web","time":"10:00"},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{"id":2,"rule_id":"5710","level":10,"desc":"SSH login failed","src":"203.0.113.50","dst":"web","time":"10:01"},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{"id":3,"rule_id":"5710","level":10,"desc":"SSH login failed","src":"203.0.113.50","dst":"web","time":"10:02"},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{"id":4,"rule_id":"5501","level":5,"desc":"SSH login success","src":"203.0.113.50","dst":"web","time":"10:05"},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{"id":5,"rule_id":"550","level":8,"desc"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문제 2: 탐지 룰 생성 (30점)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SSH 브루트포스: 5분 내 동일 IP에서 10회 이상 SSH 인증 실패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웹 디렉토리 스캔: 1분 내 동일 IP에서 20개 이상 404 응답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권한 상승: 일반 사용자가 /etc/shadow 접근 시도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각 공격에 대해 LLM으로 SIGMA 룰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"system", "content": "SIGMA 룰 전문가입니다. 유효한 SIGMA YAML을 생성하세요."},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"user", "content": "[공격 설명]"}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"temperature": 0.2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문제 3: OpsClaw 오케스트레이션 (30점)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점검 개요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발견 사항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위험도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프로젝트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http://localhost:8000/projects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"name": "midterm-security-check",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"request_text": "서버 보안 상태 점검",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"master_mode": "external"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Stage 전환 → 실행 → 결과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(전체 플로우를 수행하라)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채점 기준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알림 분류 정확성 | 10 | 각 알림의 위협 수준 적절성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상관 분석 | 15 | 공격 킬체인 추론 논리성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대응 방안 | 10 | 조치의 구체성, 실행 가능성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JSON 출력 | 5 | 유효한 JSON, 필수 필드 포함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SIGMA 룰 | 15 | 문법 정확성, 탐지 효과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룰 검증 | 15 | 분석 깊이, 개선 제안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프롬프트 품질: system 메시지에 역할과 출력 형식을 명확히 지정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temperature: 분석 업무는 0~0.3, 창의적 업무는 0.5~0.7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Few-shot: 예시를 포함하면 더 정확한 출력을 얻음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검증: LLM 출력은 반드시 직접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API 키: OpsClaw API 호출 시 X-API-Key 헤더 필수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09: OpsClaw 기본 - project, dispatch, execute-plan 실전 활용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09: OpsClaw 기본 - project, dispatch, execute-plan 실전 활용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