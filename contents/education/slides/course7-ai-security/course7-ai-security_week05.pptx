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05: 탐지 룰 자동 생성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SIGMA 룰과 Wazuh 룰의 구조를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LLM을 활용하여 공격 패턴에서 탐지 룰을 자동 생성할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생성된 룰의 품질을 검증하는 방법을 익힌다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룰 생성 파이프라인을 구축할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탐지 룰이란?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SIGMA | 범용, SIEM 독립적 | 다양한 SIEM으로 변환 가능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Wazuh | Wazuh 전용 XML | Wazuh SIEM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Suricata | 네트워크 IPS | 네트워크 트래픽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YARA | 파일/메모리 패턴 | 악성코드 탐지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SIGMA 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attack.credential_access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attack.t1110.001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Users who forgot their password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title: SSH Brute Force Detection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id: a1234567-b890-cdef-0123-456789abcdef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status: experimental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description: Detects SSH brute force attempts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author: Security Team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date: 2026/03/27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logsource: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product: linux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service: sshd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detection: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selection: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EventType: "authentication_failure"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TargetUserName: "root"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condition: selection | count() &gt; 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timeframe: 5m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Wazuh 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&lt;group name="sshd,authentication_failed"&gt;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&lt;rule id="100001" level="10"&gt;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&lt;if_sid&gt;5710&lt;/if_sid&gt;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&lt;match&gt;Failed password for root&lt;/match&gt;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&lt;frequency&gt;5&lt;/frequency&gt;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&lt;timeframe&gt;300&lt;/timeframe&gt;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&lt;description&gt;SSH brute force against root detected&lt;/description&gt;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&lt;mitre&gt;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&lt;id&gt;T1110.001&lt;/id&gt;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&lt;/mitre&gt;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&lt;group&gt;authentication_failures,&lt;/group&gt;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&lt;/rule&gt;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&lt;/group&gt;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LLM으로 탐지 룰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"SIGMA 룰 전문가입니다. 공격 설명을 받아 SIGMA 룰을 YAML 형식으로 생성합니다. 반드시 유효한 SIGMA 포맷을 따르세요."},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"다음 공격에 대한 SIGMA 탐지 룰을 생성해주세요:\n\n공격: 리눅스 서버에서 권한 상승 시도\n패턴: 일반 사용자가 /etc/shadow 파일을 읽으려는 시도\n로그 소스: Linux auditd\nMITRE: T1003.008 (Credentials from Password Store)"}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0.2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룰 품질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RULE='&lt;rule id="100010" level="12"&gt;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&lt;match&gt;select.*from.*information_schema&lt;/match&gt;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&lt;description&gt;SQL Injection attempt detected&lt;/description&gt;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&lt;/rule&gt;'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"{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\"model\": \"gemma3:12b\",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\"messages\":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{\"role\": \"system\", \"content\": \"Wazuh 룰 리뷰어입니다. 룰의 품질을 평가하고 개선 사항을 제시하세요.\\n평가 항목: 1.정확성 2.오탐률 3.우회 가능성 4.성능 영향 5.개선 제안\"},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{\"role\": \"user\", \"content\": \"다음 Wazuh 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Step 1: 공격 설명으로 룰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"Wazuh 룰 전문가입니다."},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"SSH에서 존재하지 않는 사용자로 로그인 시도를 탐지하는 Wazuh 룰을 생성하세요. 5분 내 3회 이상이면 알림."}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0.2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"import json,sys; print(json.load(sys.stdin)['choices'][0]['message']['content'])"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룰 생성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위협 인텔리전스 (CTI)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공격 패턴 추출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LLM 룰 생성 (SIGMA/Wazuh)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LLM 룰 리뷰 (품질 검증)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테스트 환경 검증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프로덕션 배포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오탐/미탐 피드백 → LLM 재학습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SIGMA는 범용 탐지 룰 포맷으로 다양한 SIEM에서 사용 가능하다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LLM은 공격 설명, 로그 샘플, CVE 정보에서 탐지 룰을 자동 생성한다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생성된 룰은 반드시 정확성, 오탐률, 우회 가능성을 검증해야 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룰 생성 → 리뷰 → 테스트 → 배포 → 피드백의 파이프라인을 구축한다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LLM이 생성한 룰은 출발점이며, 전문가 검증이 필수이다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06: 취약점 분석 - LLM을 활용한 코드 리뷰와 CVE 분석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06: 취약점 분석 - LLM을 활용한 코드 리뷰와 CVE 분석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