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13: 분산 지식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분산 지식 아키텍처의 개념과 필요성을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local_knowledge.json의 구조와 역할을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SubAgent 간 지식 전달(knowledge transfer) 메커니즘을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분산 지식을 활용한 보안 운영 개선을 실습한다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왜 분산 지식이 필요한가?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네트워크 장애 시에도 기본 운영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로컬 컨텍스트로 더 정확한 판단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중앙 서버 부하 감소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중앙 집중 | 단일 관리 지점 | 단일 장애점, 네트워크 의존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분산 | 네트워크 장애에 강함 | 동기화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local_knowledge.json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"agent_id": "http://192.168.208.150:8002",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"hostname": "secu",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"role": "nftables + Suricata IPS",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"last_updated": "2026-03-27T10:00:00Z",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"system_info":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"os": "Ubuntu 22.04",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"kernel": "6.8.0-106-generic",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"services": ["nftables", "suricata", "sshd"]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"security_baseline":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"open_ports": [22, 8002],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"users": ["root", "opsclaw", "student"],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"firewall_rules_count": 45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Knowledge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secu SubAgent: 공격 IP 203.0.113.50 탐지 및 차단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secu → Manager: 위협 인텔리전스 공유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Manager → web SubAgent: "이 IP에서 웹 공격 가능성, 모니터링 강화"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SubAgent A (secu)          Manager            SubAgent B (web)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                      │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── 지식 공유 요청 ──→   │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                      │ ── 지식 전달 ──→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                      │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"secu에서 발견된       │   "secu 에서 공격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 공격 패턴 공유"       │    패턴 수신"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LLM과 분산 지식의 결합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LOCAL_KNOWLEDGE='{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"hostname": "web",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"role": "웹 서버",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"open_ports": [22, 80, 443, 8080],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"recent_alerts": ["SQL Injection 시도 3건", "XSS 시도 1건"],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"baseline_change": "포트 8080이 새로 열림"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"{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\"model\": \"gemma3:12b\",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\"messages\":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\"system\", \"content\": \"보안 관제 에이전트입니다. 로컬 지식을 기반으로 현재 상황을 분석합니다.\"},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\"user\", \"content\": \"로컬 지식:\\n$LOCAL_KNO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준비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'{"name":"knowledge-lab","request_text":"분산 지식 실습","master_mode":"external"}'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json,sys;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"http://localhost:8000/projects/$PID/plan"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"http://localhost:8000/projects/$PID/execute" -H "X-API-Key: opsclaw-api-key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분산 지식의 보안 고려사항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지식 변조 | PoW 체인으로 무결성 검증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오래된 지식 | TTL(Time-To-Live) 설정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과도한 공유 | need-to-know 원칙 적용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동기화 충돌 | 타임스탬프 기반 최신 우선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분산 지식은 각 SubAgent가 로컬 환경 정보를 자체 저장하는 구조이다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local_knowledge.json에 시스템 정보, 보안 기준선, 학습된 패턴을 저장한다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Manager를 통해 SubAgent 간 지식을 전달하여 전체 보안 수준을 높인다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 프롬프트에 로컬 지식을 포함하면 더 정확한 맥락 분석이 가능하다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지식의 무결성과 최신성을 유지하기 위한 검증 메커니즘이 필요하다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14: RL Steering - 보상 함수 설계와 행동 통제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14: RL Steering - 보상 함수 설계와 행동 통제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