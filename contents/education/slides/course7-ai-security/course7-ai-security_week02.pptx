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02: LLM 기초 +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대규모 언어 모델(LLM)의 기본 원리를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Ollama를 사용하여 로컬 LLM을 실행할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프롬프트, temperature 등 주요 파라미터를 조절할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API를 통해 LLM을 프로그래밍 방식으로 활용할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LLM이란?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토큰 | 텍스트의 최소 단위 | "안녕하세요" → 여러 토큰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파라미터 | 모델의 학습된 가중치 수 | 7B, 12B, 70B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컨텍스트 윈도우 | 한 번에 처리할 수 있는 토큰 수 | 4K, 8K, 128K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추론(Inference) | 학습된 모델로 답변 생성 | 질문 → 답변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Ollama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모델 다운로드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 pull gemma3:12b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대화형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 run gemma3:12b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실행 중인 모델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 list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모델 정보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 show gemma3:12b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Ollama API 사용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"당신은 친절한 보안 전문가입니다."},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"방화벽이란 무엇인가요?"}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Python에서 LLM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requests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ask_llm(question, model="gemma3:12b", temperature=0.7):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response = requests.post(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"http://192.168.0.105:11434/v1/chat/completions",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json={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"model": model,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{"role": "system", "content": "보안 전문가로서 답변하세요."},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{"role": "user", "content": question}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"temperature": temperature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기본 질문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"사이버보안 초보자에게 가장 중요한 3가지 습관은 무엇인가요?"}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0.5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"import json,sys; print(json.load(sys.stdin)['choices'][0]['message']['content'])"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LLM 사용 시 주의사항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환각(Hallucination): LLM은 사실이 아닌 내용을 자신 있게 말할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보안 정보: LLM의 보안 조언을 무조건 신뢰하지 말고 검증하라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민감 데이터: 외부 API에 비밀번호나 내부 정보를 보내지 말라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최신 정보: LLM의 학습 데이터에는 시간 제한이 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LLM은 텍스트를 이해하고 생성하는 AI 모델이다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Ollama로 로컬 환경에서 안전하게 LLM을 실행할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system/user/assistant 역할로 대화를 구성한다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temperature로 답변의 정확성/창의성을 조절한다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API를 통해 프로그래밍 방식으로 LLM을 활용한다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03: 프롬프트 엔지니어링 for 보안 - 로그 분석, 취약점 설명 프롬프트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03: 프롬프트 엔지니어링 for 보안 - 로그 분석, 취약점 설명 프롬프트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