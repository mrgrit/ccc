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01: AI Safety 개론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AI Safety의 개념과 중요성을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AI 위험 분류 체계(오용, 정렬 실패, 사고)를 구분할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실제 AI 관련 사고 사례를 알고 교훈을 도출할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주요 AI 규제(EU AI Act, NIST AI RMF, 한국 AI 기본법)를 개괄적으로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기본적인 프롬프트 인젝션 공격을 실습하고 LLM의 취약점을 체감한다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AI Safety란 무엇인가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2020년: GPT-3 등장, 자연스러운 텍스트 생성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2022년: ChatGPT, 수억 명이 LLM 사용 시작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2024년: AI 에이전트(코드 실행, 웹 브라우징, 도구 사용)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Trustworthy AI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(신뢰할 수 있는 AI)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    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┌───────────────┐  ┌────────────────┐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│  AI Safety    │  │  AI Security   │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│               │  │                │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│ - 정렬        │  │ - 적대적 공격   │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│ - 공정성      │  │ - 데이터 독     │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│ - 해석가능성  │  │ - 모델 탈취     │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│ - 통제가능성  │  │ - 프롬프트 인젝션│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│               ├──┤                │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AI 위험 분류 체계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AI 위험 (AI Risk)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├──────────────┬─────────────────┬─────────────────┤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오용        │   정렬 실패      │   사고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(Misuse)    │  (Misalignment) │  (Accidents)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├──────────────┼─────────────────┼─────────────────┤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사람이 AI를   │ AI가 인간 의도와 │ 의도하지 않은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나쁜 목적으로 │ 다르게 행동      │ 부작용 발생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사용          │                  │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├──────────────┼─────────────────┼─────────────────┤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3. 실제 AI 사고 사례 (20분)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사고 | 버그로 다른 사용자의 대화 제목이 노출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원인 | Redis 캐시 라이브러리의 경쟁 조건(race condition)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범주 | 사고 (Accident)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교훈 | AI 시스템도 전통적인 소프트웨어 취약점에 노출됨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AI 규제 환경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위험 관리 시스템 수립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데이터 거버넌스 및 품질 관리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기술 문서 작성 및 유지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글로벌 AI 규제 현황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├──────────┬──────────────┬──────────────────────┤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유럽     │  미국         │  한국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EU AI   │  NIST AI     │  AI 기본법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Act     │  RMF         │  (2026 시행)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│  행정명령     │             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(법적   │  (가이드라인  │  (법적 의무 +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구속력) │   자율 준수)  │   자율 규제)      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└──────────┴──────────────┴──────────────────────┘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실습: 프롬프트 인젝션 실험 (60분)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opsclaw 서버에 접속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user@10.20.30.201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프롬프트 인젝션 방어 체계 (10분)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사용자 입력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Layer 1: 입력 필터 │  위험 키워드 탐지 및 차단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└────────┬────────┘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Layer 2: 시스템   │  강화된 시스템 프롬프트로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프롬프트 강화    │  AI의 행동 경계 명시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└────────┬────────┘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Layer 3: 출력 필터 │  AI 응답에서 민감 정보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                 │  유출 여부 검사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각 공격 기법의 성공/실패 여부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모델별 반응 차이 (gemma3 vs llama3 비교)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가장 효과적이었던 공격 기법과 그 이유 분석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방어 강화 후 결과 변화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비교 항목: 법적 구속력, 위험 분류 체계, 고위험 AI 정의, 처벌 수준, 적용 대상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각 규제의 장단점을 2가지씩 서술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사고 개요 (언제, 어디서, 무엇이)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AI 위험 범주 분류 (오용/정렬실패/사고)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근본 원인 분석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예방/완화 방안 제안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검증 체크리스트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AI Safety와 AI Security의 차이를 설명할 수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AI 위험의 3대 범주(오용, 정렬 실패, 사고)를 구분하고 각각 예시를 들 수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실제 AI 사고 사례를 3가지 이상 말할 수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EU AI Act의 위험 분류 체계 4단계를 설명할 수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NIST AI RMF의 4대 기능(GOVERN, MAP, MEASURE, MANAGE)을 말할 수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한국 AI 기본법의 주요 내용을 3가지 이상 말할 수 있는가?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검증 체크리스트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프롬프트 인젝션이 무엇인지 설명할 수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직접 인젝션과 간접 인젝션의 차이를 구분할 수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Ollama API로 프롬프트 인젝션 실험을 수행할 수 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프롬프트 인젝션이 SQL Injection과 유사한 원리라는 것을 이해했는가?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 ] 프롬프트 인젝션 방어의 한계를 설명할 수 있는가?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적대적 예제(Adversarial Examples)의 원리와 실습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데이터 독(Data Poisoning) 공격 이해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모델 탈취(Model Extraction) 공격 개념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LLM 가드레일 구축 실습: 입력/출력 필터 구현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OpsClaw의 AI 안전 메커니즘 분석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**Week 02: AI 적대적 공격과 모델 보안**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