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AI 윤리와 규제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EU AI Act의 주요 내용과 위험 분류 체계를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NIST AI Risk Management Framework를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한국의 AI 관련 법안과 규제 동향을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윤리 원칙을 실무에 적용하는 방법을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위험과 윤리적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principles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("공정성 (Fairness)", "AI가 특정 집단을 차별하지 않아야 한다", "편향 감사, 공정성 메트릭"),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("투명성 (Transparency)", "AI의 결정 과정을 설명할 수 있어야 한다", "XAI, 모델 카드"),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("프라이버시 (Privacy)", "개인정보를 보호해야 한다", "차분 프라이버시, PII 마스킹"),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("안전성 (Safety)", "AI가 해를 끼치지 않아야 한다", "가드레일, 안전 테스트"),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("책임성 (Accountability)", "AI 결정에 대한 책임 소재가 명확해야 한다", "감사 로그, 거버넌스"),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AI 윤리 5대 원칙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name, desc, impl in pri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EU AI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risk_levels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"level": "허용 불가 위험 (Unacceptable)",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"examples": ["사회적 점수 시스템", "실시간 원격 생체 인식 (일부)", "조작적 AI"],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"action": "전면 금지",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"level": "고위험 (High-risk)",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"examples": ["의료 진단 AI", "채용/교육 AI", "법 집행 AI", "신용 평가"],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"action": "적합성 평가, 등록, 모니터링 의무",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"level": "제한적 위험 (Limited)",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NIST AI Risk Management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nist_ai_rmf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"GOVERN (관리)":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"AI 리스크 관리 정책 수립",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"역할과 책임 정의",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"조직 문화에 AI 윤리 통합",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"MAP (매핑)":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"AI 시스템의 맥락과 용도 파악",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"이해관계자 식별",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"위험과 영향 범위 매핑",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"MEASURE (측정)":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"AI 시스템 성능/편향/안전성 측정",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한국 AI 규제 동향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korea_ai_policy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"인공지능 기본법 (2024 제정)",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"key_points":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"AI 윤리 원칙 법제화",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"고위험 AI 영향평가 의무",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"AI 안전성 확보 조치",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"국가인공지능위원회 설치",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"개인정보보호법 (AI 관련)",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"key_points": [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AI 윤리 실무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checklist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"개발 단계":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"학습 데이터에 편향이 없는지 검증했는가?",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"프라이버시 영향평가를 수행했는가?",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"안전성 테스트(Red Teaming)를 수행했는가?",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"모델 카드(Model Card)를 작성했는가?",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"배포 단계":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"사용자에게 AI 사용을 고지하는가?",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"인간 감독 메커니즘이 있는가?",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"출력에 유해 콘텐츠 필터가 적용되는가?",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"감사 로그가 기록되는가?",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EU AI Act는 허용불가/고위험/제한적/최소 4단계 위험 분류를 적용한다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고위험 AI는 리스크 관리, 데이터 거버넌스, 인간 감독 등 8가지 의무가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AI RMF는 Govern-Map-Measure-Manage 4단계 프레임워크다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한국은 AI 기본법으로 고위험 AI 영향평가와 윤리 원칙을 법제화했다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윤리는 공정성, 투명성, 프라이버시, 안전성, 책임성 5대 원칙이다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개발-배포-운영 전 단계에서 윤리 체크리스트를 적용해야 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13: Red Teaming for AI - 체계적 AI 취약점 평가, 자동화 레드팀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13: Red Teaming for AI - 체계적 AI 취약점 평가, 자동화 레드팀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