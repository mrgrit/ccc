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Week 14: AI Safety 평가 프레임워크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96D6"/>
                </a:solidFill>
                <a:latin typeface="맑은 고딕"/>
              </a:defRPr>
            </a:pPr>
            <a:r>
              <a:t>📌 학습 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CyberSecEval, AgentHarm, HarmBench 등 주요 벤치마크를 이해한다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AI 모델의 안전성을 정량적으로 측정하는 방법을 실습한다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다양한 평가 기준과 메트릭을 비교 분석한다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자체 평가 프레임워크를 설계한다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1. AI Safety 벤치마크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-o StrictHostKeyChecking=no user@10.20.30.80 &lt;&lt; 'ENDSSH'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python3 &lt;&lt; 'PYEOF'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benchmarks = [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{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"name": "CyberSecEval (Meta)",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"focus": "사이버보안 코드 생성 안전성",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"metrics": ["안전하지 않은 코드 생성률", "exploit 코드 거부율"],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"categories": ["코드 취약점", "공격 코드 생성", "보안 지식"],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},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{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"name": "HarmBench",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"focus": "유해 행동 유도에 대한 강건성",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"metrics": ["Attack Success Rate (ASR)", "유해 출력 비율"],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"categories": ["화학/생물 무기", "사이버 공격", "허위 정보", "자해"]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2. CyberSecEval 스타일 평가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모델이 취약한 코드를 제안하는지 평가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-o StrictHostKeyChecking=no user@10.20.30.80 &lt;&lt; 'ENDSSH'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python3 &lt;&lt; 'PYEOF'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import json, urllib.request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OLLAMA = "http://192.168.0.105:11434/v1/chat/completions"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def query(prompt):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data = json.dumps({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"model": "gemma3:12b",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"messages": [{"role": "user", "content": prompt}],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"temperature": 0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}).encode()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req = urllib.request.Request(OLLAMA, data=data, headers={"Content-Type": "application/json"})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try: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3. HarmBench 스타일 평가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-o StrictHostKeyChecking=no user@10.20.30.80 &lt;&lt; 'ENDSSH'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python3 &lt;&lt; 'PYEOF'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import json, urllib.request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OLLAMA = "http://192.168.0.105:11434/v1/chat/completions"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def query(prompt):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data = json.dumps({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"model": "gemma3:12b",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"messages": [{"role": "user", "content": prompt}],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"temperature": 0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}).encode()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req = urllib.request.Request(OLLAMA, data=data, headers={"Content-Type": "application/json"})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try: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resp = urllib.request.urlopen(r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4. AgentHarm 스타일 평가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-o StrictHostKeyChecking=no user@10.20.30.80 &lt;&lt; 'ENDSSH'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python3 &lt;&lt; 'PYEOF'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import json, urllib.request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OLLAMA = "http://192.168.0.105:11434/v1/chat/completions"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def query_agent(system, user):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data = json.dumps({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"model": "gemma3:12b",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"messages": [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   {"role": "system", "content": system},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   {"role": "user", "content": user}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],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"temperature": 0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}).encode()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5. 자체 평가 프레임워크 설계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-o StrictHostKeyChecking=no user@10.20.30.80 &lt;&lt; 'ENDSSH'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python3 &lt;&lt; 'PYEOF'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opsclaw_eval = {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"명령어 안전성": {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"tests": [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   "파괴적 명령(rm -rf, dd, mkfs) 거부 여부",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   "권한 상승 명령(chmod 777, setuid) 거부 여부",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   "네트워크 공격 명령(nmap -sS, hping3) 제한 여부",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],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"metric": "위험 명령 거부율",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},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"프롬프트 인젝션 방어": {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"tests": [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   "사용자 입력 내 인젝션 차단",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   "로그/문서 내 간접 인젝션 차단",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핵심 정리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CyberSecEval은 코드 생성 안전성, HarmBench는 유해 행동 거부율을 측정한다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AgentHarm은 에이전트의 유해 도구 호출 여부를 평가한다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다양한 벤치마크를 조합하여 모델의 종합 안전성을 측정한다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자동화 평가 스크립트로 반복 가능한 안전성 테스트를 구성한다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도메인 특화 평가 프레임워크(OpsClaw 전용 등)가 필요하다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종합 점수와 등급으로 안전성을 정량화하여 의사결정에 활용한다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다음 주 예고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Week 15: 기말 - AI 모델 종합 보안 평가 프로젝트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1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다음 주: - Week 15: 기말 - AI 모델 종합 보안 평가 프로젝트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