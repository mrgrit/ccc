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10: 에이전트 보안 위협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AI 에이전트의 Tool 남용 위협을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권한 상승과 자율 에이전트의 위험을 분석한다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OpsClaw 아키텍처에서의 안전 장치를 점검한다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에이전트 보안 설계 원칙을 수립한다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AI 에이전트 보안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Tool 남용: 허용된 도구를 악의적으로 사용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권한 상승: 부여된 권한을 초과하여 행동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프롬프트 인젝션 -&gt; 도구 실행: 인젝션으로 위험한 도구 호출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위협 유형: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1. Tool 남용: 허용된 도구를 악의적으로 사용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2. 권한 상승: 부여된 권한을 초과하여 행동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3. 프롬프트 인젝션 -&gt; 도구 실행: 인젝션으로 위험한 도구 호출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4. 자율 판단 오류: 잘못된 상황 인식으로 과도한 대응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5. 체인 공격: 여러 도구를 조합한 복합 공격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Tool 남용 위협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도구 남용 시나리오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tool_abuse_scenarios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"tool": "run_command",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"normal": "systemctl status nginx",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"abused": "rm -rf /var/www/html/*",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"impact": "웹 서비스 데이터 전체 삭제",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"mitigation": "명령어 화이트리스트, 파괴적 명령 차단",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"tool": "write_file",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"normal": "설정 파일 수정",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"abused": "/etc/crontab에 백도어 삽입",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권한 상승 위협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최소 권한 원칙 적용 예시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agent_roles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"monitoring_agent":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"allowed": ["fetch_log", "query_metric", "read_file"],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"denied": ["run_command", "write_file", "restart_service"],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"scope": "읽기 전용 모니터링",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"maintenance_agent":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"allowed": ["run_command", "restart_service"],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"denied": ["write_file(system paths)", "run_command(rm, dd, mkfs)"],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"scope": "사전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자율 에이전트 위험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autonomy_levels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"level": "L1: 보조",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"desc": "인간이 모든 결정, AI는 정보 제공",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"risk": "Low",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"example": "로그 요약 제공",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"level": "L2: 제안",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"desc": "AI가 행동 제안, 인간이 승인",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"risk": "Low-Medium",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"example": "방화벽 규칙 제안 -&gt; 관리자 승인",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OpsClaw 안전 아키텍처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opsclaw_safety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"최소 권한": "SubAgent에 직접 접근 금지, Manager API 통해서만",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"인간 감독": "risk_level=critical -&gt; dry_run 강제, confirmed 필요",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"감사 추적": "PoW 블록체인으로 모든 작업 기록, evidence 자동 저장",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"격리 실행": "SubAgent가 각 서버에서 독립 실행",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"속도 제한": "API 키 기반 인증, rate limit 가능",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"fail-safe": "SubAgent 오류 시 Manager에 실패 보고",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"투명성": "Replay API로 작업 이력 재생 가능",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print("=== OpsClaw 안전 장치 매핑 ===\n")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principl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 에이전트는 도구 실행 능력으로 단순 LLM보다 위험이 크다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Tool 남용은 허용된 도구를 악의적으로 사용하는 위협이다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프롬프트 인젝션이 도구 실행으로 이어지면 실제 피해가 발생한다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자율성 수준이 높을수록 안전 장치가 더 강력해야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최소 권한, 인간 감독, 감사 추적이 에이전트 보안의 핵심이다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OpsClaw는 PoW, dry_run, Manager 중개로 안전 장치를 구현한다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11: RAG 보안 - 지식 오염, 문서 주입, 검색 결과 조작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11: RAG 보안 - 지식 오염, 문서 주입, 검색 결과 조작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