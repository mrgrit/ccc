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09: 모델 보안 - 모델 도난과 추론 공격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모델 추출(Model Extraction) 공격의 원리를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멤버십 추론(Membership Inference) 공격을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모델 워터마킹과 지적재산 보호 기법을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모델 배포 시 보안 고려사항을 분석한다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모델 보안 위협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모델 보안 위협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+-- 모델 추출 (Model Extraction)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    학습 없이 모델 복제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+-- 멤버십 추론 (Membership Inference)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    학습 데이터 포함 여부 판별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+-- 모델 반전 (Model Inversion)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    모델에서 학습 데이터 복원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+-- 모델 도난 (Model Theft)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직접 가중치 파일 탈취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모델 추출 공격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json, urllib.request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OLLAMA = "http://192.168.0.105:11434/v1/chat/completions"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query_model(prompt, temp=0):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data = json.dumps({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"messages": [{"role": "user", "content": prompt}],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"temperature": temp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}).encode()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req = urllib.request.Request(OLLAMA, data=data, headers={"Content-Type": "application/json"})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resp = urllib.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멤버십 추론 공격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타겟 데이터를 모델에 입력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모델의 출력 확신도(confidence)를 관찰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확신도가 높으면 -&gt; 학습 데이터에 포함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print("=== 멤버십 추론 공격 ===\n")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원리: 모델이 학습 데이터에 대해 더 높은 신뢰도를 보이는 특성 이용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학습 데이터 (member):  모델이 높은 확신으로 정확한 답변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비학습 데이터 (non-member): 모델이 불확실하거나 부정확한 답변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공격 절차: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1. 타겟 데이터를 모델에 입력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2. 모델의 출력 확신도(confidence)를 관찰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3. 확신도가 높으면 -&gt; 학습 데이터에 포함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4. 확신도가 낮으면 -&gt; 학습 데이터에 미포함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모델 워터마킹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hashlib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embed_watermark(text, secret_key="opsclaw-watermark-2026"):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"""텍스트 출력에 워터마크 삽입 (교육용 시뮬레이션)"""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# 방법 1: 동의어 선택으로 비트 인코딩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synonym_pairs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("하지만", "그러나"),      # 비트 0/1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("또한", "그리고"),        # 비트 0/1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("따라서", "그러므로"),    # 비트 0/1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# 시크릿 키로 비트 시퀀스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hash_val = hashlib.sha256(secret_key.encode()).hexdigest()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모델 배포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checklist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"접근 제어":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"API 키 기반 인증",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"Rate Limiting (분당/일당 제한)",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"IP 화이트리스트",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"사용량 모니터링",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"모델 보호":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"모델 가중치 암호화",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"가중치 파일 접근 제한",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"모델 서빙 환경 격리",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"워터마킹 적용",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모델은 학습 비용이 높은 지적 재산이므로 보안이 필수다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모델 추출은 API 쿼리를 통해 모델을 복제하는 공격이다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멤버십 추론은 특정 데이터가 학습에 사용되었는지 판별한다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Rate Limiting과 쿼리 패턴 모니터링으로 추출 공격을 탐지한다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차분 프라이버시와 정규화로 멤버십 추론을 방어한다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워터마킹으로 모델 출력의 출처를 추적할 수 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10: 에이전트 보안 위협 - Tool 남용, 권한 상승, 자율 에이전트 위험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10: 에이전트 보안 위협 - Tool 남용, 권한 상승, 자율 에이전트 위험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