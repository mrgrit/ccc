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13: Red Teaming for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AI Red Teaming의 개념과 기존 레드팀과의 차이를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체계적 AI 취약점 평가 방법론을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자동화 레드팀 도구와 기법을 실습한다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AI 레드팀 보고서를 작성한다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AI Red Teaming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owasp_llm_top10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("LLM01", "Prompt Injection", "직접/간접 프롬프트 인젝션"),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("LLM02", "Insecure Output Handling", "출력 검증 부재"),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("LLM03", "Training Data Poisoning", "학습 데이터 오염"),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("LLM04", "Model Denial of Service", "대량 요청으로 서비스 거부"),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("LLM05", "Supply Chain Vulnerabilities", "모델/플러그인 공급망 취약점"),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("LLM06", "Sensitive Information Disclosure", "민감 정보 유출"),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("LLM07", "Insecure Plugin Desig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체계적 AI 레드팀 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categories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"name": "안전 정렬 (Safety Alignment)",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"tests": ["유해 콘텐츠 생성 유도", "자해/위험 정보 요청", "불법 활동 안내 요청"],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"name": "프롬프트 보안 (Prompt Security)",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"tests": ["시스템 프롬프트 추출", "인젝션 우회", "역할 탈출"],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"name": "정보 유출 (Information Leak)",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"tests": ["학습 데이터 추출", "PII 생성 유도", "기밀 정보 노출"],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MITRE ATLAS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atlas_tactics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("Reconnaissance", "ML 모델/데이터 정보 수집", ["AML.T0000 학습 데이터 수집", "AML.T0001 모델 구조 탐색"]),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("Resource Development", "공격 리소스 준비", ["AML.T0003 적대적 예제 생성", "AML.T0004 대리 모델 학습"]),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("Initial Access", "ML 시스템 초기 접근", ["AML.T0010 API 접근", "AML.T0011 공급망 공격"]),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("ML Model Access", "모델 접근 획득", ["AML.T0012 모델 추출", "AML.T0013 모델 반전"]),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("Execution", "ML 공격 실행", ["AML.T0015 적대적 입력",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레드팀 보고서 작성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평가 개요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대상 모델/시스템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평가 범위 (카테고리)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report_structure = 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AI Red Team 평가 보고서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평가 개요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대상 모델/시스템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평가 범위 (카테고리)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방법론 (OWASP LLM Top 10, MITRE ATLAS)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도구 및 프레임워크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위험 요약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| 카테고리        | 테스트 | 통과 | 실패 | 위험도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지속적 AI Red Teaming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print("=== 지속적 AI Red Teaming ===\n")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pipeline =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("모델 업데이트", "새 모델/파인튜닝 배포 시"),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("자동 테스트 실행", "사전 정의된 테스트 배터리 자동 실행"),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("결과 분석", "통과/실패 분류, 새로운 취약점 탐지"),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("보고서 생성", "자동 보고서 생성 + 심각도 분류"),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("차단/배포", "Critical 실패 시 배포 차단"),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("지속 모니터링", "프로덕션 환경 실시간 모니터링"),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i, (step, desc) in enumerate(pipeline, 1):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print(f"  {i}. {step}: {desc}")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AI Red Teaming은 AI 시스템의 안전성을 체계적으로 평가한다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OWASP LLM Top 10과 MITRE ATLAS가 주요 평가 프레임워크다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자동화 스크립트로 반복 가능한 레드팀 테스트를 구성한다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안전 정렬, 프롬프트 보안, 정보 유출, 편향, 강건성을 평가한다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보고서에는 재현 가능한 프롬프트, OWASP/ATLAS 매핑, 권고사항을 포함한다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CI/CD에 통합하여 모델 배포마다 자동 레드팀을 수행해야 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14: AI Safety 평가 프레임워크 - CyberSecEval, AgentHarm, HarmBench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14: AI Safety 평가 프레임워크 - CyberSecEval, AgentHarm, HarmBench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