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적대적 입력 (Adversarial Inputs)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적대적 예제(Adversarial Examples)의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텍스트 적대적 공격 기법을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모델 강건성(Robustness) 평가 방법을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적대적 입력 방어 기법을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적대적 예제란?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이미지 모델: 픽셀 노이즈 추가 -&gt; 오분류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텍스트 모델: 문자 치환/삽입/삭제 -&gt; 의미 왜곡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LLM: 프롬프트 변형 -&gt; 안전 장치 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텍스트 적대적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random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char_swap(text, n=2):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"""인접 문자 교환"""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chars = list(text)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for _ in range(n):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 = random.randint(0, len(chars)-2)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chars[i], chars[i+1] = chars[i+1], chars[i]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return ''.join(chars)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char_insert(text, n=2):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"""무작위 문자 삽입"""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chars = list(text)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모델 강건성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query_llm(prompt):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[{"role": "user", "content": prompt}],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req = urllib.request.Request(OLLAMA, data=data, headers={"Content-Type": "application/json"})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resp = urllib.request.urlop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적대적 입력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unicodedata, 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normalize_input(text):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"""적대적 입력 정규화"""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1. 유니코드 정규화 (호모글리프 대응)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text = unicodedata.normalize('NFKC', text)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2. 제로 너비 문자 제거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text = re.sub(r'[\u200b\u200c\u200d\u2060\ufeff]', '', text)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3. 제어 문자 제거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text = ''.join(c for c in text if unicodedata.category(c) != 'Cc' or c in '\n\t')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적대적 강건성 벤치마크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강건성 테스트 결과 시뮬레이션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results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"문자 교환": {"시도": 50, "우회": 3, "우회율": "6%"},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"호모글리프": {"시도": 50, "우회": 12, "우회율": "24%"},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"제로너비": {"시도": 50, "우회": 8, "우회율": "16%"},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"동의어 치환": {"시도": 50, "우회": 22, "우회율": "44%"},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"다국어 혼합": {"시도": 50, "우회": 15, "우회율": "30%"},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"인코딩": {"시도": 50, "우회": 18, "우회율": "36%"},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적대적 강건성 벤치마크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print(f"{'공격 유형':&lt;15} {'시도':&lt;6} {'우회':&lt;6} {'우회율'}")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적대적 예제는 미세한 입력 변형으로 모델을 속이는 공격이다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텍스트 적대적 공격은 문자 치환, 동의어 교체, 인코딩 변형 등이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호모글리프와 제로 너비 문자는 필터를 쉽게 우회한다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입력 정규화(유니코드 NFKC, 제어문자 제거)가 기본 방어다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강건성 평가는 동일 의미 변형에 대한 일관성을 측정한다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다층 방어(정규화 + 키워드 + LLM 분류기)가 가장 효과적이다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07: 데이터 오염과 학습 보안 - 훈련 데이터 오염, 백도어 공격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07: 데이터 오염과 학습 보안 - 훈련 데이터 오염, 백도어 공격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